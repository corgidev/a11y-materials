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16"/>
  </p:notesMasterIdLst>
  <p:sldIdLst>
    <p:sldId id="267" r:id="rId5"/>
    <p:sldId id="1864" r:id="rId6"/>
    <p:sldId id="1845" r:id="rId7"/>
    <p:sldId id="1867" r:id="rId8"/>
    <p:sldId id="1846" r:id="rId9"/>
    <p:sldId id="1848" r:id="rId10"/>
    <p:sldId id="1866" r:id="rId11"/>
    <p:sldId id="1863" r:id="rId12"/>
    <p:sldId id="1852" r:id="rId13"/>
    <p:sldId id="1865" r:id="rId14"/>
    <p:sldId id="1859" r:id="rId1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0426"/>
    <a:srgbClr val="69EDFF"/>
    <a:srgbClr val="15E3FF"/>
    <a:srgbClr val="FFFFFF"/>
    <a:srgbClr val="FF2625"/>
    <a:srgbClr val="007788"/>
    <a:srgbClr val="297C2A"/>
    <a:srgbClr val="FE4387"/>
    <a:srgbClr val="F69000"/>
    <a:srgbClr val="01C2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31" autoAdjust="0"/>
    <p:restoredTop sz="94679"/>
  </p:normalViewPr>
  <p:slideViewPr>
    <p:cSldViewPr snapToGrid="0">
      <p:cViewPr varScale="1">
        <p:scale>
          <a:sx n="112" d="100"/>
          <a:sy n="112" d="100"/>
        </p:scale>
        <p:origin x="616" y="192"/>
      </p:cViewPr>
      <p:guideLst>
        <p:guide orient="horz" pos="2160"/>
        <p:guide pos="480"/>
        <p:guide pos="7200"/>
        <p:guide pos="4368"/>
      </p:guideLst>
    </p:cSldViewPr>
  </p:slideViewPr>
  <p:notesTextViewPr>
    <p:cViewPr>
      <p:scale>
        <a:sx n="1" d="1"/>
        <a:sy n="1" d="1"/>
      </p:scale>
      <p:origin x="0" y="0"/>
    </p:cViewPr>
  </p:notesTextViewPr>
  <p:sorterViewPr>
    <p:cViewPr>
      <p:scale>
        <a:sx n="140" d="100"/>
        <a:sy n="140" d="100"/>
      </p:scale>
      <p:origin x="0" y="-175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instagram.com/jeremyandrewdavis/"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youtube.com/@CinemaTherapyShow" TargetMode="External"/><Relationship Id="rId4" Type="http://schemas.openxmlformats.org/officeDocument/2006/relationships/hyperlink" Target="https://www.linkedin.com/in/jeremyandrewdavi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2</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63227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Accessibility</a:t>
            </a:r>
            <a:r>
              <a:rPr lang="en-US" dirty="0"/>
              <a:t> – how well can your product be used by people of all abilities?</a:t>
            </a:r>
          </a:p>
          <a:p>
            <a:r>
              <a:rPr lang="en-US" b="1" dirty="0"/>
              <a:t>Disability</a:t>
            </a:r>
            <a:r>
              <a:rPr lang="en-US" dirty="0"/>
              <a:t> – A disability is basically a mismatch in interaction between a person’s body and the features of their environment in which they live.</a:t>
            </a:r>
          </a:p>
          <a:p>
            <a:r>
              <a:rPr lang="en-US" b="1" dirty="0"/>
              <a:t>Accessible Technology (AT) </a:t>
            </a:r>
            <a:r>
              <a:rPr lang="en-US" dirty="0"/>
              <a:t>- is any item, piece of equipment, software program, or product that is used to increase, maintain, or improve the functional capabilities of people with disabilities.</a:t>
            </a:r>
          </a:p>
          <a:p>
            <a:r>
              <a:rPr lang="en-US" b="1" dirty="0"/>
              <a:t>A11y</a:t>
            </a:r>
            <a:r>
              <a:rPr lang="en-US" dirty="0"/>
              <a:t> – a commonly accepted </a:t>
            </a:r>
            <a:r>
              <a:rPr lang="en-US" dirty="0" err="1"/>
              <a:t>numeronym</a:t>
            </a:r>
            <a:r>
              <a:rPr lang="en-US" dirty="0"/>
              <a:t> for Accessibility that stands for the fact that Accessibility starts with an “A”, ends with a “Y” and has 11 characters in between.</a:t>
            </a:r>
          </a:p>
          <a:p>
            <a:endParaRPr lang="en-US" dirty="0"/>
          </a:p>
          <a:p>
            <a:r>
              <a:rPr lang="en-US" dirty="0"/>
              <a:t>Jeremy Andrew Davis has awesome videos describing the differences between the Social and Medical models on Instagram and LinkedIn:</a:t>
            </a:r>
          </a:p>
          <a:p>
            <a:r>
              <a:rPr lang="en-US" dirty="0" err="1">
                <a:hlinkClick r:id="rId3"/>
              </a:rPr>
              <a:t>JeremyAndrewDavis</a:t>
            </a:r>
            <a:r>
              <a:rPr lang="en-US" dirty="0">
                <a:hlinkClick r:id="rId3"/>
              </a:rPr>
              <a:t> (@jeremyandrewdavis) • Instagram photos and videos</a:t>
            </a:r>
            <a:endParaRPr lang="en-US" dirty="0"/>
          </a:p>
          <a:p>
            <a:r>
              <a:rPr lang="en-US" dirty="0">
                <a:hlinkClick r:id="rId4"/>
              </a:rPr>
              <a:t>(8) Jeremy Andrew Davis | LinkedIn</a:t>
            </a:r>
            <a:endParaRPr lang="en-US" dirty="0"/>
          </a:p>
          <a:p>
            <a:endParaRPr lang="en-US" dirty="0"/>
          </a:p>
          <a:p>
            <a:r>
              <a:rPr lang="en-US" dirty="0">
                <a:hlinkClick r:id="rId5"/>
              </a:rPr>
              <a:t>(63) Cinema Therapy - YouTube</a:t>
            </a: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5</a:t>
            </a:fld>
            <a:endParaRPr lang="en-US" altLang="en-US" dirty="0"/>
          </a:p>
        </p:txBody>
      </p:sp>
    </p:spTree>
    <p:extLst>
      <p:ext uri="{BB962C8B-B14F-4D97-AF65-F5344CB8AC3E}">
        <p14:creationId xmlns:p14="http://schemas.microsoft.com/office/powerpoint/2010/main" val="22101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6</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9AFA-6D9C-C2C6-7DAC-ACEE0F168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2BD42-6B8C-7E5A-7AA8-1707B4694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764D3-0BED-1035-04E7-A680B1099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BB9BF8-9EB2-A3BB-F100-2966F8BCADB6}"/>
              </a:ext>
            </a:extLst>
          </p:cNvPr>
          <p:cNvSpPr>
            <a:spLocks noGrp="1"/>
          </p:cNvSpPr>
          <p:nvPr>
            <p:ph type="sldNum" sz="quarter" idx="5"/>
          </p:nvPr>
        </p:nvSpPr>
        <p:spPr/>
        <p:txBody>
          <a:bodyPr/>
          <a:lstStyle/>
          <a:p>
            <a:fld id="{6DEB7EE2-04A2-4FB2-9625-C9C73AC4D32F}" type="slidenum">
              <a:rPr lang="en-US" altLang="en-US" smtClean="0"/>
              <a:pPr/>
              <a:t>7</a:t>
            </a:fld>
            <a:endParaRPr lang="en-US" altLang="en-US" dirty="0"/>
          </a:p>
        </p:txBody>
      </p:sp>
    </p:spTree>
    <p:extLst>
      <p:ext uri="{BB962C8B-B14F-4D97-AF65-F5344CB8AC3E}">
        <p14:creationId xmlns:p14="http://schemas.microsoft.com/office/powerpoint/2010/main" val="1861481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243A5AC0-459E-4425-91E3-48F0DAB26F1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6275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CC5C-1DB2-C471-8A9D-1D0C1FA6F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296D1-8621-1861-A3E3-8C358A6D0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682A0E-86AB-F116-EF8B-979B766B60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B0D469-00F8-A9FB-0A1F-A07E1DF0CC59}"/>
              </a:ext>
            </a:extLst>
          </p:cNvPr>
          <p:cNvSpPr>
            <a:spLocks noGrp="1"/>
          </p:cNvSpPr>
          <p:nvPr>
            <p:ph type="sldNum" sz="quarter" idx="5"/>
          </p:nvPr>
        </p:nvSpPr>
        <p:spPr/>
        <p:txBody>
          <a:bodyPr/>
          <a:lstStyle/>
          <a:p>
            <a:fld id="{6DEB7EE2-04A2-4FB2-9625-C9C73AC4D32F}" type="slidenum">
              <a:rPr lang="en-US" altLang="en-US" smtClean="0"/>
              <a:pPr/>
              <a:t>10</a:t>
            </a:fld>
            <a:endParaRPr lang="en-US" altLang="en-US" dirty="0"/>
          </a:p>
        </p:txBody>
      </p:sp>
    </p:spTree>
    <p:extLst>
      <p:ext uri="{BB962C8B-B14F-4D97-AF65-F5344CB8AC3E}">
        <p14:creationId xmlns:p14="http://schemas.microsoft.com/office/powerpoint/2010/main" val="1652568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11</a:t>
            </a:fld>
            <a:endParaRPr lang="en-US" altLang="en-US" dirty="0"/>
          </a:p>
        </p:txBody>
      </p:sp>
    </p:spTree>
    <p:extLst>
      <p:ext uri="{BB962C8B-B14F-4D97-AF65-F5344CB8AC3E}">
        <p14:creationId xmlns:p14="http://schemas.microsoft.com/office/powerpoint/2010/main" val="4095288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69BE3FD0-1382-4F0E-A01F-F6C205E7DCDC}"/>
              </a:ext>
            </a:extLst>
          </p:cNvPr>
          <p:cNvSpPr>
            <a:spLocks noGrp="1"/>
          </p:cNvSpPr>
          <p:nvPr>
            <p:ph type="body" sz="quarter" idx="10"/>
          </p:nvPr>
        </p:nvSpPr>
        <p:spPr>
          <a:xfrm>
            <a:off x="4612641" y="3554917"/>
            <a:ext cx="6438912" cy="763083"/>
          </a:xfrm>
        </p:spPr>
        <p:txBody>
          <a:bodyPr>
            <a:noAutofit/>
          </a:bodyPr>
          <a:lstStyle>
            <a:lvl1pPr marL="0" indent="0">
              <a:buNone/>
              <a:defRPr sz="4000">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7" name="Rectangle 2">
            <a:extLst>
              <a:ext uri="{FF2B5EF4-FFF2-40B4-BE49-F238E27FC236}">
                <a16:creationId xmlns:a16="http://schemas.microsoft.com/office/drawing/2014/main" id="{2E0BC0C9-E1C8-43B4-B02D-558783360CD4}"/>
              </a:ext>
            </a:extLst>
          </p:cNvPr>
          <p:cNvSpPr>
            <a:spLocks noGrp="1" noChangeArrowheads="1"/>
          </p:cNvSpPr>
          <p:nvPr>
            <p:ph type="ctrTitle" idx="4294967295"/>
          </p:nvPr>
        </p:nvSpPr>
        <p:spPr>
          <a:xfrm>
            <a:off x="4612640" y="2311400"/>
            <a:ext cx="5156200" cy="1117600"/>
          </a:xfrm>
        </p:spPr>
        <p:txBody>
          <a:bodyPr anchor="ctr">
            <a:normAutofit fontScale="90000"/>
          </a:bodyPr>
          <a:lstStyle>
            <a:lvl1pPr>
              <a:defRPr>
                <a:latin typeface="+mj-lt"/>
              </a:defRPr>
            </a:lvl1pPr>
          </a:lstStyle>
          <a:p>
            <a:pPr algn="l" eaLnBrk="1" hangingPunct="1"/>
            <a:r>
              <a:rPr lang="en-US" altLang="en-US" sz="6600" b="1">
                <a:latin typeface="+mn-lt"/>
              </a:rPr>
              <a:t>Click to edit Master title style</a:t>
            </a:r>
            <a:endParaRPr lang="en-US" altLang="en-US" sz="6600" b="1" dirty="0">
              <a:latin typeface="+mn-lt"/>
            </a:endParaRPr>
          </a:p>
        </p:txBody>
      </p:sp>
      <p:pic>
        <p:nvPicPr>
          <p:cNvPr id="3" name="Picture 2">
            <a:extLst>
              <a:ext uri="{FF2B5EF4-FFF2-40B4-BE49-F238E27FC236}">
                <a16:creationId xmlns:a16="http://schemas.microsoft.com/office/drawing/2014/main" id="{D685578F-CE23-4B1E-8B29-2B29EC47FA2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3527592" cy="6858000"/>
          </a:xfrm>
          <a:prstGeom prst="rect">
            <a:avLst/>
          </a:prstGeom>
        </p:spPr>
      </p:pic>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Photo Content">
    <p:bg>
      <p:bgPr>
        <a:solidFill>
          <a:schemeClr val="accent2"/>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p:nvPr>
        </p:nvSpPr>
        <p:spPr>
          <a:xfrm>
            <a:off x="762000" y="1905000"/>
            <a:ext cx="5334000" cy="3276600"/>
          </a:xfrm>
        </p:spPr>
        <p:txBody>
          <a:bodyPr/>
          <a:lstStyle>
            <a:lvl1pPr marL="0" indent="0">
              <a:buNone/>
              <a:defRPr sz="2000" b="1"/>
            </a:lvl1pPr>
            <a:lvl2pPr marL="228600" indent="-228600">
              <a:spcBef>
                <a:spcPts val="1000"/>
              </a:spcBef>
              <a:tabLst/>
              <a:defRPr sz="1800"/>
            </a:lvl2pPr>
          </a:lstStyle>
          <a:p>
            <a:pPr lvl="0"/>
            <a:r>
              <a:rPr lang="en-US"/>
              <a:t>Click to edit Master text styles</a:t>
            </a:r>
          </a:p>
          <a:p>
            <a:pPr lvl="1"/>
            <a:r>
              <a:rPr lang="en-US"/>
              <a:t>Second level</a:t>
            </a:r>
          </a:p>
        </p:txBody>
      </p:sp>
      <p:sp>
        <p:nvSpPr>
          <p:cNvPr id="14" name="Picture Placeholder 13">
            <a:extLst>
              <a:ext uri="{FF2B5EF4-FFF2-40B4-BE49-F238E27FC236}">
                <a16:creationId xmlns:a16="http://schemas.microsoft.com/office/drawing/2014/main" id="{9B1932CF-F265-4AEE-8704-F42C01AFB479}"/>
              </a:ext>
            </a:extLst>
          </p:cNvPr>
          <p:cNvSpPr>
            <a:spLocks noGrp="1"/>
          </p:cNvSpPr>
          <p:nvPr>
            <p:ph type="pic" sz="quarter" idx="10"/>
          </p:nvPr>
        </p:nvSpPr>
        <p:spPr>
          <a:xfrm>
            <a:off x="6858000" y="715963"/>
            <a:ext cx="4572000" cy="5113336"/>
          </a:xfrm>
        </p:spPr>
        <p:txBody>
          <a:bodyPr/>
          <a:lstStyle>
            <a:lvl1pPr>
              <a:buNone/>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1C19AE8D-05DC-434E-8BAB-DB7EE74623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5400000">
            <a:off x="5753100" y="419100"/>
            <a:ext cx="685800" cy="12192000"/>
          </a:xfrm>
          <a:prstGeom prst="rect">
            <a:avLst/>
          </a:prstGeom>
        </p:spPr>
      </p:pic>
      <p:sp>
        <p:nvSpPr>
          <p:cNvPr id="3" name="Title 2">
            <a:extLst>
              <a:ext uri="{FF2B5EF4-FFF2-40B4-BE49-F238E27FC236}">
                <a16:creationId xmlns:a16="http://schemas.microsoft.com/office/drawing/2014/main" id="{33CCC0B9-F174-4BEA-B4A2-17F39F974373}"/>
              </a:ext>
            </a:extLst>
          </p:cNvPr>
          <p:cNvSpPr>
            <a:spLocks noGrp="1"/>
          </p:cNvSpPr>
          <p:nvPr>
            <p:ph type="title"/>
          </p:nvPr>
        </p:nvSpPr>
        <p:spPr>
          <a:xfrm>
            <a:off x="762000" y="715962"/>
            <a:ext cx="5334000" cy="1189038"/>
          </a:xfrm>
        </p:spPr>
        <p:txBody>
          <a:bodyPr anchor="t">
            <a:noAutofit/>
          </a:bodyPr>
          <a:lstStyle>
            <a:lvl1pPr>
              <a:spcBef>
                <a:spcPts val="1000"/>
              </a:spcBef>
              <a:defRPr sz="4000" b="1"/>
            </a:lvl1pPr>
          </a:lstStyle>
          <a:p>
            <a:r>
              <a:rPr lang="en-US"/>
              <a:t>Click to edit Master title style</a:t>
            </a:r>
            <a:endParaRPr lang="en-US" dirty="0"/>
          </a:p>
        </p:txBody>
      </p:sp>
    </p:spTree>
    <p:extLst>
      <p:ext uri="{BB962C8B-B14F-4D97-AF65-F5344CB8AC3E}">
        <p14:creationId xmlns:p14="http://schemas.microsoft.com/office/powerpoint/2010/main" val="310494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Photo Content">
    <p:bg>
      <p:bgPr>
        <a:solidFill>
          <a:schemeClr val="accent2"/>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p:nvPr>
        </p:nvSpPr>
        <p:spPr>
          <a:xfrm>
            <a:off x="762000" y="1905000"/>
            <a:ext cx="5334000" cy="3276600"/>
          </a:xfrm>
        </p:spPr>
        <p:txBody>
          <a:bodyPr/>
          <a:lstStyle>
            <a:lvl1pPr marL="0" indent="0">
              <a:buNone/>
              <a:defRPr sz="2000" b="1"/>
            </a:lvl1pPr>
            <a:lvl2pPr marL="228600">
              <a:spcBef>
                <a:spcPts val="1000"/>
              </a:spcBef>
              <a:defRPr sz="1800"/>
            </a:lvl2pPr>
          </a:lstStyle>
          <a:p>
            <a:pPr lvl="0"/>
            <a:r>
              <a:rPr lang="en-US"/>
              <a:t>Click to edit Master text styles</a:t>
            </a:r>
          </a:p>
          <a:p>
            <a:pPr lvl="1"/>
            <a:r>
              <a:rPr lang="en-US"/>
              <a:t>Second level</a:t>
            </a:r>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444081"/>
            <a:ext cx="4572000" cy="2362200"/>
          </a:xfrm>
        </p:spPr>
        <p:txBody>
          <a:bodyPr/>
          <a:lstStyle>
            <a:lvl1pPr>
              <a:buNone/>
              <a:defRPr/>
            </a:lvl1pPr>
          </a:lstStyle>
          <a:p>
            <a:r>
              <a:rPr lang="en-US"/>
              <a:t>Click icon to add picture</a:t>
            </a:r>
            <a:endParaRPr lang="en-US" dirty="0"/>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p:spPr>
        <p:txBody>
          <a:bodyPr/>
          <a:lstStyle>
            <a:lvl1pPr>
              <a:buNone/>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15BEAC93-2E5F-4D18-864F-810515C360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5400000">
            <a:off x="5753100" y="419100"/>
            <a:ext cx="685800" cy="12192000"/>
          </a:xfrm>
          <a:prstGeom prst="rect">
            <a:avLst/>
          </a:prstGeom>
        </p:spPr>
      </p:pic>
      <p:sp>
        <p:nvSpPr>
          <p:cNvPr id="10" name="Title 2">
            <a:extLst>
              <a:ext uri="{FF2B5EF4-FFF2-40B4-BE49-F238E27FC236}">
                <a16:creationId xmlns:a16="http://schemas.microsoft.com/office/drawing/2014/main" id="{3F45076F-4240-4B40-8CE4-637DD751A68B}"/>
              </a:ext>
            </a:extLst>
          </p:cNvPr>
          <p:cNvSpPr>
            <a:spLocks noGrp="1"/>
          </p:cNvSpPr>
          <p:nvPr>
            <p:ph type="title"/>
          </p:nvPr>
        </p:nvSpPr>
        <p:spPr>
          <a:xfrm>
            <a:off x="762000" y="715963"/>
            <a:ext cx="5334000" cy="1189038"/>
          </a:xfrm>
        </p:spPr>
        <p:txBody>
          <a:bodyPr anchor="t">
            <a:normAutofit/>
          </a:bodyPr>
          <a:lstStyle>
            <a:lvl1pPr>
              <a:spcBef>
                <a:spcPts val="1000"/>
              </a:spcBef>
              <a:defRPr sz="4000" b="1"/>
            </a:lvl1pPr>
          </a:lstStyle>
          <a:p>
            <a:r>
              <a:rPr lang="en-US"/>
              <a:t>Click to edit Master title style</a:t>
            </a:r>
            <a:endParaRPr lang="en-US" dirty="0"/>
          </a:p>
        </p:txBody>
      </p:sp>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ight Pattern Content">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490D68-B82F-49A4-A08B-9A8AF3A6F17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7721600" y="0"/>
            <a:ext cx="4470400" cy="6858000"/>
          </a:xfrm>
          <a:prstGeom prst="rect">
            <a:avLst/>
          </a:prstGeom>
        </p:spPr>
      </p:pic>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p:nvPr>
        </p:nvSpPr>
        <p:spPr>
          <a:xfrm>
            <a:off x="762000" y="1905000"/>
            <a:ext cx="6477000" cy="3276600"/>
          </a:xfrm>
        </p:spPr>
        <p:txBody>
          <a:bodyPr/>
          <a:lstStyle>
            <a:lvl1pPr marL="0" indent="0">
              <a:buNone/>
              <a:defRPr sz="2000" b="1">
                <a:solidFill>
                  <a:schemeClr val="bg2"/>
                </a:solidFill>
              </a:defRPr>
            </a:lvl1pPr>
            <a:lvl2pPr marL="228600">
              <a:spcBef>
                <a:spcPts val="1000"/>
              </a:spcBef>
              <a:defRPr sz="1800">
                <a:solidFill>
                  <a:schemeClr val="bg2"/>
                </a:solidFill>
              </a:defRPr>
            </a:lvl2pPr>
          </a:lstStyle>
          <a:p>
            <a:pPr lvl="0"/>
            <a:r>
              <a:rPr lang="en-US"/>
              <a:t>Click to edit Master text styles</a:t>
            </a:r>
          </a:p>
          <a:p>
            <a:pPr lvl="1"/>
            <a:r>
              <a:rPr lang="en-US"/>
              <a:t>Second level</a:t>
            </a:r>
          </a:p>
        </p:txBody>
      </p:sp>
      <p:pic>
        <p:nvPicPr>
          <p:cNvPr id="3" name="Picture 2">
            <a:extLst>
              <a:ext uri="{FF2B5EF4-FFF2-40B4-BE49-F238E27FC236}">
                <a16:creationId xmlns:a16="http://schemas.microsoft.com/office/drawing/2014/main" id="{C807187F-739A-422C-9E4F-F94E6DE092E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7721600" y="0"/>
            <a:ext cx="4470400" cy="6858000"/>
          </a:xfrm>
          <a:prstGeom prst="rect">
            <a:avLst/>
          </a:prstGeom>
        </p:spPr>
      </p:pic>
      <p:sp>
        <p:nvSpPr>
          <p:cNvPr id="2" name="Title 1">
            <a:extLst>
              <a:ext uri="{FF2B5EF4-FFF2-40B4-BE49-F238E27FC236}">
                <a16:creationId xmlns:a16="http://schemas.microsoft.com/office/drawing/2014/main" id="{6EF87E8F-5716-4A71-B64F-EC5A742B45D2}"/>
              </a:ext>
            </a:extLst>
          </p:cNvPr>
          <p:cNvSpPr>
            <a:spLocks noGrp="1"/>
          </p:cNvSpPr>
          <p:nvPr>
            <p:ph type="title"/>
          </p:nvPr>
        </p:nvSpPr>
        <p:spPr>
          <a:xfrm>
            <a:off x="762000" y="715961"/>
            <a:ext cx="6477000" cy="1189038"/>
          </a:xfrm>
        </p:spPr>
        <p:txBody>
          <a:bodyPr anchor="t">
            <a:noAutofit/>
          </a:bodyPr>
          <a:lstStyle>
            <a:lvl1pPr>
              <a:spcBef>
                <a:spcPts val="1000"/>
              </a:spcBef>
              <a:defRPr sz="4000" b="1">
                <a:solidFill>
                  <a:schemeClr val="accent2"/>
                </a:solidFill>
              </a:defRPr>
            </a:lvl1pPr>
          </a:lstStyle>
          <a:p>
            <a:r>
              <a:rPr lang="en-US"/>
              <a:t>Click to edit Master title style</a:t>
            </a:r>
            <a:endParaRPr lang="en-US" dirty="0"/>
          </a:p>
        </p:txBody>
      </p:sp>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bg>
      <p:bgPr>
        <a:solidFill>
          <a:schemeClr val="tx1"/>
        </a:solid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p:nvPr>
        </p:nvSpPr>
        <p:spPr>
          <a:xfrm>
            <a:off x="5199743" y="1905000"/>
            <a:ext cx="6477000" cy="3276600"/>
          </a:xfrm>
        </p:spPr>
        <p:txBody>
          <a:bodyPr/>
          <a:lstStyle>
            <a:lvl1pPr marL="0" indent="0">
              <a:buNone/>
              <a:defRPr sz="2000" b="1">
                <a:solidFill>
                  <a:schemeClr val="bg2"/>
                </a:solidFill>
              </a:defRPr>
            </a:lvl1pPr>
            <a:lvl2pPr marL="228600" indent="-228600">
              <a:spcBef>
                <a:spcPts val="1000"/>
              </a:spcBef>
              <a:defRPr sz="1800">
                <a:solidFill>
                  <a:schemeClr val="bg2"/>
                </a:solidFill>
              </a:defRPr>
            </a:lvl2pPr>
          </a:lstStyle>
          <a:p>
            <a:pPr lvl="0"/>
            <a:r>
              <a:rPr lang="en-US"/>
              <a:t>Click to edit Master text styles</a:t>
            </a:r>
          </a:p>
          <a:p>
            <a:pPr lvl="1"/>
            <a:r>
              <a:rPr lang="en-US"/>
              <a:t>Second level</a:t>
            </a:r>
          </a:p>
        </p:txBody>
      </p:sp>
      <p:pic>
        <p:nvPicPr>
          <p:cNvPr id="2" name="Picture 1">
            <a:extLst>
              <a:ext uri="{FF2B5EF4-FFF2-40B4-BE49-F238E27FC236}">
                <a16:creationId xmlns:a16="http://schemas.microsoft.com/office/drawing/2014/main" id="{F683DB48-CF57-4729-916D-E4E70143AC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16200000">
            <a:off x="-1200150" y="1200150"/>
            <a:ext cx="6858000" cy="4457700"/>
          </a:xfrm>
          <a:prstGeom prst="rect">
            <a:avLst/>
          </a:prstGeom>
        </p:spPr>
      </p:pic>
      <p:sp>
        <p:nvSpPr>
          <p:cNvPr id="3" name="Title 2">
            <a:extLst>
              <a:ext uri="{FF2B5EF4-FFF2-40B4-BE49-F238E27FC236}">
                <a16:creationId xmlns:a16="http://schemas.microsoft.com/office/drawing/2014/main" id="{C7668F4E-0433-49FD-9D92-3B60E9B0AEE6}"/>
              </a:ext>
            </a:extLst>
          </p:cNvPr>
          <p:cNvSpPr>
            <a:spLocks noGrp="1"/>
          </p:cNvSpPr>
          <p:nvPr>
            <p:ph type="title"/>
          </p:nvPr>
        </p:nvSpPr>
        <p:spPr>
          <a:xfrm>
            <a:off x="5199742" y="715961"/>
            <a:ext cx="6477000" cy="1189037"/>
          </a:xfrm>
        </p:spPr>
        <p:txBody>
          <a:bodyPr anchor="t">
            <a:normAutofit/>
          </a:bodyPr>
          <a:lstStyle>
            <a:lvl1pPr>
              <a:spcBef>
                <a:spcPts val="1000"/>
              </a:spcBef>
              <a:defRPr sz="4000" b="1" spc="-50" baseline="0">
                <a:solidFill>
                  <a:schemeClr val="accent4"/>
                </a:solidFill>
              </a:defRPr>
            </a:lvl1pPr>
          </a:lstStyle>
          <a:p>
            <a:r>
              <a:rPr lang="en-US"/>
              <a:t>Click to edit Master title style</a:t>
            </a:r>
            <a:endParaRPr lang="en-US" dirty="0"/>
          </a:p>
        </p:txBody>
      </p:sp>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fetti Content Purple">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a:t>Insert content here</a:t>
            </a:r>
          </a:p>
        </p:txBody>
      </p:sp>
      <p:sp>
        <p:nvSpPr>
          <p:cNvPr id="119" name="Freeform 5">
            <a:extLst>
              <a:ext uri="{FF2B5EF4-FFF2-40B4-BE49-F238E27FC236}">
                <a16:creationId xmlns:a16="http://schemas.microsoft.com/office/drawing/2014/main" id="{83D44B3A-DC81-4CDB-80B8-F943DED435E9}"/>
              </a:ext>
            </a:extLst>
          </p:cNvPr>
          <p:cNvSpPr>
            <a:spLocks/>
          </p:cNvSpPr>
          <p:nvPr userDrawn="1"/>
        </p:nvSpPr>
        <p:spPr bwMode="auto">
          <a:xfrm>
            <a:off x="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1" name="Freeform 5">
            <a:extLst>
              <a:ext uri="{FF2B5EF4-FFF2-40B4-BE49-F238E27FC236}">
                <a16:creationId xmlns:a16="http://schemas.microsoft.com/office/drawing/2014/main" id="{151569B0-9C86-438F-A1AE-05ED60D0F265}"/>
              </a:ext>
            </a:extLst>
          </p:cNvPr>
          <p:cNvSpPr>
            <a:spLocks/>
          </p:cNvSpPr>
          <p:nvPr userDrawn="1"/>
        </p:nvSpPr>
        <p:spPr bwMode="auto">
          <a:xfrm>
            <a:off x="4032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3" name="Freeform 5">
            <a:extLst>
              <a:ext uri="{FF2B5EF4-FFF2-40B4-BE49-F238E27FC236}">
                <a16:creationId xmlns:a16="http://schemas.microsoft.com/office/drawing/2014/main" id="{CCD311FE-1421-46A5-92B9-3C8A6A7F5E8C}"/>
              </a:ext>
            </a:extLst>
          </p:cNvPr>
          <p:cNvSpPr>
            <a:spLocks/>
          </p:cNvSpPr>
          <p:nvPr userDrawn="1"/>
        </p:nvSpPr>
        <p:spPr bwMode="auto">
          <a:xfrm>
            <a:off x="8064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5" name="Freeform 5">
            <a:extLst>
              <a:ext uri="{FF2B5EF4-FFF2-40B4-BE49-F238E27FC236}">
                <a16:creationId xmlns:a16="http://schemas.microsoft.com/office/drawing/2014/main" id="{2B789E47-10B7-479F-B3E4-97A211C54085}"/>
              </a:ext>
            </a:extLst>
          </p:cNvPr>
          <p:cNvSpPr>
            <a:spLocks/>
          </p:cNvSpPr>
          <p:nvPr userDrawn="1"/>
        </p:nvSpPr>
        <p:spPr bwMode="auto">
          <a:xfrm>
            <a:off x="12096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7" name="Freeform 5">
            <a:extLst>
              <a:ext uri="{FF2B5EF4-FFF2-40B4-BE49-F238E27FC236}">
                <a16:creationId xmlns:a16="http://schemas.microsoft.com/office/drawing/2014/main" id="{E771A75F-B91F-4601-B829-BEEA9E2B5912}"/>
              </a:ext>
            </a:extLst>
          </p:cNvPr>
          <p:cNvSpPr>
            <a:spLocks/>
          </p:cNvSpPr>
          <p:nvPr userDrawn="1"/>
        </p:nvSpPr>
        <p:spPr bwMode="auto">
          <a:xfrm>
            <a:off x="16129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9" name="Freeform 5">
            <a:extLst>
              <a:ext uri="{FF2B5EF4-FFF2-40B4-BE49-F238E27FC236}">
                <a16:creationId xmlns:a16="http://schemas.microsoft.com/office/drawing/2014/main" id="{12BE88AE-786D-4978-8E31-4015DBC2A4C3}"/>
              </a:ext>
            </a:extLst>
          </p:cNvPr>
          <p:cNvSpPr>
            <a:spLocks/>
          </p:cNvSpPr>
          <p:nvPr userDrawn="1"/>
        </p:nvSpPr>
        <p:spPr bwMode="auto">
          <a:xfrm>
            <a:off x="20161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1" name="Freeform 5">
            <a:extLst>
              <a:ext uri="{FF2B5EF4-FFF2-40B4-BE49-F238E27FC236}">
                <a16:creationId xmlns:a16="http://schemas.microsoft.com/office/drawing/2014/main" id="{315D8FE8-C69A-44FB-BD09-7F0E768518E0}"/>
              </a:ext>
            </a:extLst>
          </p:cNvPr>
          <p:cNvSpPr>
            <a:spLocks/>
          </p:cNvSpPr>
          <p:nvPr userDrawn="1"/>
        </p:nvSpPr>
        <p:spPr bwMode="auto">
          <a:xfrm>
            <a:off x="24193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3" name="Freeform 5">
            <a:extLst>
              <a:ext uri="{FF2B5EF4-FFF2-40B4-BE49-F238E27FC236}">
                <a16:creationId xmlns:a16="http://schemas.microsoft.com/office/drawing/2014/main" id="{50F99163-4524-4752-96D9-AA617FC04D65}"/>
              </a:ext>
            </a:extLst>
          </p:cNvPr>
          <p:cNvSpPr>
            <a:spLocks/>
          </p:cNvSpPr>
          <p:nvPr userDrawn="1"/>
        </p:nvSpPr>
        <p:spPr bwMode="auto">
          <a:xfrm>
            <a:off x="28225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5" name="Freeform 5">
            <a:extLst>
              <a:ext uri="{FF2B5EF4-FFF2-40B4-BE49-F238E27FC236}">
                <a16:creationId xmlns:a16="http://schemas.microsoft.com/office/drawing/2014/main" id="{C777E46D-D756-4BDA-A3B4-2DB1DE6E61D7}"/>
              </a:ext>
            </a:extLst>
          </p:cNvPr>
          <p:cNvSpPr>
            <a:spLocks/>
          </p:cNvSpPr>
          <p:nvPr userDrawn="1"/>
        </p:nvSpPr>
        <p:spPr bwMode="auto">
          <a:xfrm>
            <a:off x="32258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7" name="Freeform 5">
            <a:extLst>
              <a:ext uri="{FF2B5EF4-FFF2-40B4-BE49-F238E27FC236}">
                <a16:creationId xmlns:a16="http://schemas.microsoft.com/office/drawing/2014/main" id="{25B709C5-D087-49F1-A8A6-2D75DE33C76B}"/>
              </a:ext>
            </a:extLst>
          </p:cNvPr>
          <p:cNvSpPr>
            <a:spLocks/>
          </p:cNvSpPr>
          <p:nvPr userDrawn="1"/>
        </p:nvSpPr>
        <p:spPr bwMode="auto">
          <a:xfrm>
            <a:off x="36290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9" name="Freeform 5">
            <a:extLst>
              <a:ext uri="{FF2B5EF4-FFF2-40B4-BE49-F238E27FC236}">
                <a16:creationId xmlns:a16="http://schemas.microsoft.com/office/drawing/2014/main" id="{519D68D8-74F8-44F1-B73F-42156F9FDC23}"/>
              </a:ext>
            </a:extLst>
          </p:cNvPr>
          <p:cNvSpPr>
            <a:spLocks/>
          </p:cNvSpPr>
          <p:nvPr userDrawn="1"/>
        </p:nvSpPr>
        <p:spPr bwMode="auto">
          <a:xfrm>
            <a:off x="40322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1" name="Freeform 5">
            <a:extLst>
              <a:ext uri="{FF2B5EF4-FFF2-40B4-BE49-F238E27FC236}">
                <a16:creationId xmlns:a16="http://schemas.microsoft.com/office/drawing/2014/main" id="{543E355E-5790-4E21-8382-3C55A04CB9DC}"/>
              </a:ext>
            </a:extLst>
          </p:cNvPr>
          <p:cNvSpPr>
            <a:spLocks/>
          </p:cNvSpPr>
          <p:nvPr userDrawn="1"/>
        </p:nvSpPr>
        <p:spPr bwMode="auto">
          <a:xfrm>
            <a:off x="44354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3" name="Freeform 5">
            <a:extLst>
              <a:ext uri="{FF2B5EF4-FFF2-40B4-BE49-F238E27FC236}">
                <a16:creationId xmlns:a16="http://schemas.microsoft.com/office/drawing/2014/main" id="{C6494B8B-41CF-4993-B667-E00F064C385F}"/>
              </a:ext>
            </a:extLst>
          </p:cNvPr>
          <p:cNvSpPr>
            <a:spLocks/>
          </p:cNvSpPr>
          <p:nvPr userDrawn="1"/>
        </p:nvSpPr>
        <p:spPr bwMode="auto">
          <a:xfrm>
            <a:off x="48387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5" name="Freeform 5">
            <a:extLst>
              <a:ext uri="{FF2B5EF4-FFF2-40B4-BE49-F238E27FC236}">
                <a16:creationId xmlns:a16="http://schemas.microsoft.com/office/drawing/2014/main" id="{C4265E16-2BDF-4C97-8374-E88DBA6F3A72}"/>
              </a:ext>
            </a:extLst>
          </p:cNvPr>
          <p:cNvSpPr>
            <a:spLocks/>
          </p:cNvSpPr>
          <p:nvPr userDrawn="1"/>
        </p:nvSpPr>
        <p:spPr bwMode="auto">
          <a:xfrm>
            <a:off x="52419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7" name="Freeform 5">
            <a:extLst>
              <a:ext uri="{FF2B5EF4-FFF2-40B4-BE49-F238E27FC236}">
                <a16:creationId xmlns:a16="http://schemas.microsoft.com/office/drawing/2014/main" id="{066F27C5-C1F6-4034-8DFE-3FD5C1AC0452}"/>
              </a:ext>
            </a:extLst>
          </p:cNvPr>
          <p:cNvSpPr>
            <a:spLocks/>
          </p:cNvSpPr>
          <p:nvPr userDrawn="1"/>
        </p:nvSpPr>
        <p:spPr bwMode="auto">
          <a:xfrm>
            <a:off x="56451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9" name="Freeform 5">
            <a:extLst>
              <a:ext uri="{FF2B5EF4-FFF2-40B4-BE49-F238E27FC236}">
                <a16:creationId xmlns:a16="http://schemas.microsoft.com/office/drawing/2014/main" id="{2831DC9A-E543-4101-A138-7EFCEC705713}"/>
              </a:ext>
            </a:extLst>
          </p:cNvPr>
          <p:cNvSpPr>
            <a:spLocks/>
          </p:cNvSpPr>
          <p:nvPr userDrawn="1"/>
        </p:nvSpPr>
        <p:spPr bwMode="auto">
          <a:xfrm>
            <a:off x="60483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1" name="Freeform 5">
            <a:extLst>
              <a:ext uri="{FF2B5EF4-FFF2-40B4-BE49-F238E27FC236}">
                <a16:creationId xmlns:a16="http://schemas.microsoft.com/office/drawing/2014/main" id="{48394A84-CE37-4002-93F8-44426484CDA8}"/>
              </a:ext>
            </a:extLst>
          </p:cNvPr>
          <p:cNvSpPr>
            <a:spLocks/>
          </p:cNvSpPr>
          <p:nvPr userDrawn="1"/>
        </p:nvSpPr>
        <p:spPr bwMode="auto">
          <a:xfrm>
            <a:off x="64516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3" name="Freeform 5">
            <a:extLst>
              <a:ext uri="{FF2B5EF4-FFF2-40B4-BE49-F238E27FC236}">
                <a16:creationId xmlns:a16="http://schemas.microsoft.com/office/drawing/2014/main" id="{B961E482-D999-4A66-AD86-3542D3D18CF4}"/>
              </a:ext>
            </a:extLst>
          </p:cNvPr>
          <p:cNvSpPr>
            <a:spLocks/>
          </p:cNvSpPr>
          <p:nvPr userDrawn="1"/>
        </p:nvSpPr>
        <p:spPr bwMode="auto">
          <a:xfrm>
            <a:off x="68548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5" name="Freeform 5">
            <a:extLst>
              <a:ext uri="{FF2B5EF4-FFF2-40B4-BE49-F238E27FC236}">
                <a16:creationId xmlns:a16="http://schemas.microsoft.com/office/drawing/2014/main" id="{B3AB249E-9AC7-4283-9819-84552EE8DA60}"/>
              </a:ext>
            </a:extLst>
          </p:cNvPr>
          <p:cNvSpPr>
            <a:spLocks/>
          </p:cNvSpPr>
          <p:nvPr userDrawn="1"/>
        </p:nvSpPr>
        <p:spPr bwMode="auto">
          <a:xfrm>
            <a:off x="72580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7" name="Freeform 5">
            <a:extLst>
              <a:ext uri="{FF2B5EF4-FFF2-40B4-BE49-F238E27FC236}">
                <a16:creationId xmlns:a16="http://schemas.microsoft.com/office/drawing/2014/main" id="{143194C4-B8D5-40E8-AA29-09CCFCCB1AAD}"/>
              </a:ext>
            </a:extLst>
          </p:cNvPr>
          <p:cNvSpPr>
            <a:spLocks/>
          </p:cNvSpPr>
          <p:nvPr userDrawn="1"/>
        </p:nvSpPr>
        <p:spPr bwMode="auto">
          <a:xfrm>
            <a:off x="76612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9" name="Freeform 5">
            <a:extLst>
              <a:ext uri="{FF2B5EF4-FFF2-40B4-BE49-F238E27FC236}">
                <a16:creationId xmlns:a16="http://schemas.microsoft.com/office/drawing/2014/main" id="{7D46313C-EB02-4047-89F6-D334E1D6555E}"/>
              </a:ext>
            </a:extLst>
          </p:cNvPr>
          <p:cNvSpPr>
            <a:spLocks/>
          </p:cNvSpPr>
          <p:nvPr userDrawn="1"/>
        </p:nvSpPr>
        <p:spPr bwMode="auto">
          <a:xfrm>
            <a:off x="80645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1" name="Freeform 5">
            <a:extLst>
              <a:ext uri="{FF2B5EF4-FFF2-40B4-BE49-F238E27FC236}">
                <a16:creationId xmlns:a16="http://schemas.microsoft.com/office/drawing/2014/main" id="{9D574720-4432-414F-A755-2165DB6A12B1}"/>
              </a:ext>
            </a:extLst>
          </p:cNvPr>
          <p:cNvSpPr>
            <a:spLocks/>
          </p:cNvSpPr>
          <p:nvPr userDrawn="1"/>
        </p:nvSpPr>
        <p:spPr bwMode="auto">
          <a:xfrm>
            <a:off x="84677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3" name="Freeform 5">
            <a:extLst>
              <a:ext uri="{FF2B5EF4-FFF2-40B4-BE49-F238E27FC236}">
                <a16:creationId xmlns:a16="http://schemas.microsoft.com/office/drawing/2014/main" id="{60DBF99C-FDEF-4EB8-BEB3-6016CF556C4E}"/>
              </a:ext>
            </a:extLst>
          </p:cNvPr>
          <p:cNvSpPr>
            <a:spLocks/>
          </p:cNvSpPr>
          <p:nvPr userDrawn="1"/>
        </p:nvSpPr>
        <p:spPr bwMode="auto">
          <a:xfrm>
            <a:off x="88709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5" name="Freeform 5">
            <a:extLst>
              <a:ext uri="{FF2B5EF4-FFF2-40B4-BE49-F238E27FC236}">
                <a16:creationId xmlns:a16="http://schemas.microsoft.com/office/drawing/2014/main" id="{F9BECBFC-E4BA-40A6-9C5C-2A5A5DF6702C}"/>
              </a:ext>
            </a:extLst>
          </p:cNvPr>
          <p:cNvSpPr>
            <a:spLocks/>
          </p:cNvSpPr>
          <p:nvPr userDrawn="1"/>
        </p:nvSpPr>
        <p:spPr bwMode="auto">
          <a:xfrm>
            <a:off x="92741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7" name="Freeform 5">
            <a:extLst>
              <a:ext uri="{FF2B5EF4-FFF2-40B4-BE49-F238E27FC236}">
                <a16:creationId xmlns:a16="http://schemas.microsoft.com/office/drawing/2014/main" id="{083D96D8-F927-4368-82B6-DF0B012BEAB0}"/>
              </a:ext>
            </a:extLst>
          </p:cNvPr>
          <p:cNvSpPr>
            <a:spLocks/>
          </p:cNvSpPr>
          <p:nvPr userDrawn="1"/>
        </p:nvSpPr>
        <p:spPr bwMode="auto">
          <a:xfrm>
            <a:off x="104838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9" name="Freeform 5">
            <a:extLst>
              <a:ext uri="{FF2B5EF4-FFF2-40B4-BE49-F238E27FC236}">
                <a16:creationId xmlns:a16="http://schemas.microsoft.com/office/drawing/2014/main" id="{C2459E27-74A6-4C11-B416-60F8ACAF5632}"/>
              </a:ext>
            </a:extLst>
          </p:cNvPr>
          <p:cNvSpPr>
            <a:spLocks/>
          </p:cNvSpPr>
          <p:nvPr userDrawn="1"/>
        </p:nvSpPr>
        <p:spPr bwMode="auto">
          <a:xfrm>
            <a:off x="96774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1" name="Freeform 5">
            <a:extLst>
              <a:ext uri="{FF2B5EF4-FFF2-40B4-BE49-F238E27FC236}">
                <a16:creationId xmlns:a16="http://schemas.microsoft.com/office/drawing/2014/main" id="{EE8740CA-03F5-4DE6-A689-9CF8CD6403FD}"/>
              </a:ext>
            </a:extLst>
          </p:cNvPr>
          <p:cNvSpPr>
            <a:spLocks/>
          </p:cNvSpPr>
          <p:nvPr userDrawn="1"/>
        </p:nvSpPr>
        <p:spPr bwMode="auto">
          <a:xfrm>
            <a:off x="100806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3" name="Freeform 5">
            <a:extLst>
              <a:ext uri="{FF2B5EF4-FFF2-40B4-BE49-F238E27FC236}">
                <a16:creationId xmlns:a16="http://schemas.microsoft.com/office/drawing/2014/main" id="{5EB10864-3F2A-490B-9AD9-34D31A126051}"/>
              </a:ext>
            </a:extLst>
          </p:cNvPr>
          <p:cNvSpPr>
            <a:spLocks/>
          </p:cNvSpPr>
          <p:nvPr userDrawn="1"/>
        </p:nvSpPr>
        <p:spPr bwMode="auto">
          <a:xfrm>
            <a:off x="108870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5" name="Freeform 5">
            <a:extLst>
              <a:ext uri="{FF2B5EF4-FFF2-40B4-BE49-F238E27FC236}">
                <a16:creationId xmlns:a16="http://schemas.microsoft.com/office/drawing/2014/main" id="{CA75FFEE-499C-4285-A7E5-05E7568C3C07}"/>
              </a:ext>
            </a:extLst>
          </p:cNvPr>
          <p:cNvSpPr>
            <a:spLocks/>
          </p:cNvSpPr>
          <p:nvPr userDrawn="1"/>
        </p:nvSpPr>
        <p:spPr bwMode="auto">
          <a:xfrm>
            <a:off x="112903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7" name="Freeform 5">
            <a:extLst>
              <a:ext uri="{FF2B5EF4-FFF2-40B4-BE49-F238E27FC236}">
                <a16:creationId xmlns:a16="http://schemas.microsoft.com/office/drawing/2014/main" id="{8932D4FB-D460-4F89-84DC-C0E9B85A0925}"/>
              </a:ext>
            </a:extLst>
          </p:cNvPr>
          <p:cNvSpPr>
            <a:spLocks/>
          </p:cNvSpPr>
          <p:nvPr userDrawn="1"/>
        </p:nvSpPr>
        <p:spPr bwMode="auto">
          <a:xfrm>
            <a:off x="116935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9" name="Freeform 5">
            <a:extLst>
              <a:ext uri="{FF2B5EF4-FFF2-40B4-BE49-F238E27FC236}">
                <a16:creationId xmlns:a16="http://schemas.microsoft.com/office/drawing/2014/main" id="{D74F4718-2831-43DD-B0C3-FFFAF19748B8}"/>
              </a:ext>
            </a:extLst>
          </p:cNvPr>
          <p:cNvSpPr>
            <a:spLocks/>
          </p:cNvSpPr>
          <p:nvPr userDrawn="1"/>
        </p:nvSpPr>
        <p:spPr bwMode="auto">
          <a:xfrm>
            <a:off x="12096738"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1" name="Freeform 5">
            <a:extLst>
              <a:ext uri="{FF2B5EF4-FFF2-40B4-BE49-F238E27FC236}">
                <a16:creationId xmlns:a16="http://schemas.microsoft.com/office/drawing/2014/main" id="{520F6E80-8A84-4DB2-A47F-74399197A10E}"/>
              </a:ext>
            </a:extLst>
          </p:cNvPr>
          <p:cNvSpPr>
            <a:spLocks/>
          </p:cNvSpPr>
          <p:nvPr userDrawn="1"/>
        </p:nvSpPr>
        <p:spPr bwMode="auto">
          <a:xfrm>
            <a:off x="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3" name="Freeform 5">
            <a:extLst>
              <a:ext uri="{FF2B5EF4-FFF2-40B4-BE49-F238E27FC236}">
                <a16:creationId xmlns:a16="http://schemas.microsoft.com/office/drawing/2014/main" id="{6741FEE2-217E-4F02-A93D-3EC0B83DDFDF}"/>
              </a:ext>
            </a:extLst>
          </p:cNvPr>
          <p:cNvSpPr>
            <a:spLocks/>
          </p:cNvSpPr>
          <p:nvPr userDrawn="1"/>
        </p:nvSpPr>
        <p:spPr bwMode="auto">
          <a:xfrm>
            <a:off x="4032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Freeform 5">
            <a:extLst>
              <a:ext uri="{FF2B5EF4-FFF2-40B4-BE49-F238E27FC236}">
                <a16:creationId xmlns:a16="http://schemas.microsoft.com/office/drawing/2014/main" id="{5AAF5A42-C6C0-4FAC-BE66-8AEB7C834AA4}"/>
              </a:ext>
            </a:extLst>
          </p:cNvPr>
          <p:cNvSpPr>
            <a:spLocks/>
          </p:cNvSpPr>
          <p:nvPr userDrawn="1"/>
        </p:nvSpPr>
        <p:spPr bwMode="auto">
          <a:xfrm>
            <a:off x="8064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7" name="Freeform 5">
            <a:extLst>
              <a:ext uri="{FF2B5EF4-FFF2-40B4-BE49-F238E27FC236}">
                <a16:creationId xmlns:a16="http://schemas.microsoft.com/office/drawing/2014/main" id="{4A6B066C-DCAA-422A-9702-95152A0B04CB}"/>
              </a:ext>
            </a:extLst>
          </p:cNvPr>
          <p:cNvSpPr>
            <a:spLocks/>
          </p:cNvSpPr>
          <p:nvPr userDrawn="1"/>
        </p:nvSpPr>
        <p:spPr bwMode="auto">
          <a:xfrm>
            <a:off x="12096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5">
            <a:extLst>
              <a:ext uri="{FF2B5EF4-FFF2-40B4-BE49-F238E27FC236}">
                <a16:creationId xmlns:a16="http://schemas.microsoft.com/office/drawing/2014/main" id="{C1DD997A-6B6A-49DA-83B4-A6974F09A420}"/>
              </a:ext>
            </a:extLst>
          </p:cNvPr>
          <p:cNvSpPr>
            <a:spLocks/>
          </p:cNvSpPr>
          <p:nvPr userDrawn="1"/>
        </p:nvSpPr>
        <p:spPr bwMode="auto">
          <a:xfrm>
            <a:off x="16129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5">
            <a:extLst>
              <a:ext uri="{FF2B5EF4-FFF2-40B4-BE49-F238E27FC236}">
                <a16:creationId xmlns:a16="http://schemas.microsoft.com/office/drawing/2014/main" id="{17A31390-9BB8-4FE9-8FAB-88549A24175C}"/>
              </a:ext>
            </a:extLst>
          </p:cNvPr>
          <p:cNvSpPr>
            <a:spLocks/>
          </p:cNvSpPr>
          <p:nvPr userDrawn="1"/>
        </p:nvSpPr>
        <p:spPr bwMode="auto">
          <a:xfrm>
            <a:off x="20161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5">
            <a:extLst>
              <a:ext uri="{FF2B5EF4-FFF2-40B4-BE49-F238E27FC236}">
                <a16:creationId xmlns:a16="http://schemas.microsoft.com/office/drawing/2014/main" id="{20FAE2A1-8F27-49B8-8541-3C13B47AD6AC}"/>
              </a:ext>
            </a:extLst>
          </p:cNvPr>
          <p:cNvSpPr>
            <a:spLocks/>
          </p:cNvSpPr>
          <p:nvPr userDrawn="1"/>
        </p:nvSpPr>
        <p:spPr bwMode="auto">
          <a:xfrm>
            <a:off x="24193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5">
            <a:extLst>
              <a:ext uri="{FF2B5EF4-FFF2-40B4-BE49-F238E27FC236}">
                <a16:creationId xmlns:a16="http://schemas.microsoft.com/office/drawing/2014/main" id="{2F19ADC6-9832-4580-9A14-D1B481D11E29}"/>
              </a:ext>
            </a:extLst>
          </p:cNvPr>
          <p:cNvSpPr>
            <a:spLocks/>
          </p:cNvSpPr>
          <p:nvPr userDrawn="1"/>
        </p:nvSpPr>
        <p:spPr bwMode="auto">
          <a:xfrm>
            <a:off x="28225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5">
            <a:extLst>
              <a:ext uri="{FF2B5EF4-FFF2-40B4-BE49-F238E27FC236}">
                <a16:creationId xmlns:a16="http://schemas.microsoft.com/office/drawing/2014/main" id="{C1561070-E604-473F-8E55-B4502DA7BD6D}"/>
              </a:ext>
            </a:extLst>
          </p:cNvPr>
          <p:cNvSpPr>
            <a:spLocks/>
          </p:cNvSpPr>
          <p:nvPr userDrawn="1"/>
        </p:nvSpPr>
        <p:spPr bwMode="auto">
          <a:xfrm>
            <a:off x="32258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5">
            <a:extLst>
              <a:ext uri="{FF2B5EF4-FFF2-40B4-BE49-F238E27FC236}">
                <a16:creationId xmlns:a16="http://schemas.microsoft.com/office/drawing/2014/main" id="{4669F3F3-7F13-41B1-98EA-A04A88CE469C}"/>
              </a:ext>
            </a:extLst>
          </p:cNvPr>
          <p:cNvSpPr>
            <a:spLocks/>
          </p:cNvSpPr>
          <p:nvPr userDrawn="1"/>
        </p:nvSpPr>
        <p:spPr bwMode="auto">
          <a:xfrm>
            <a:off x="36290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5">
            <a:extLst>
              <a:ext uri="{FF2B5EF4-FFF2-40B4-BE49-F238E27FC236}">
                <a16:creationId xmlns:a16="http://schemas.microsoft.com/office/drawing/2014/main" id="{42BD7F25-AB3C-4D00-977B-E773BA10807B}"/>
              </a:ext>
            </a:extLst>
          </p:cNvPr>
          <p:cNvSpPr>
            <a:spLocks/>
          </p:cNvSpPr>
          <p:nvPr userDrawn="1"/>
        </p:nvSpPr>
        <p:spPr bwMode="auto">
          <a:xfrm>
            <a:off x="40322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5">
            <a:extLst>
              <a:ext uri="{FF2B5EF4-FFF2-40B4-BE49-F238E27FC236}">
                <a16:creationId xmlns:a16="http://schemas.microsoft.com/office/drawing/2014/main" id="{7B466185-3DA7-4D33-85BF-EAAB41254563}"/>
              </a:ext>
            </a:extLst>
          </p:cNvPr>
          <p:cNvSpPr>
            <a:spLocks/>
          </p:cNvSpPr>
          <p:nvPr userDrawn="1"/>
        </p:nvSpPr>
        <p:spPr bwMode="auto">
          <a:xfrm>
            <a:off x="44354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5">
            <a:extLst>
              <a:ext uri="{FF2B5EF4-FFF2-40B4-BE49-F238E27FC236}">
                <a16:creationId xmlns:a16="http://schemas.microsoft.com/office/drawing/2014/main" id="{067FBB6E-9FD4-4A30-8C7C-B36C4AA32A09}"/>
              </a:ext>
            </a:extLst>
          </p:cNvPr>
          <p:cNvSpPr>
            <a:spLocks/>
          </p:cNvSpPr>
          <p:nvPr userDrawn="1"/>
        </p:nvSpPr>
        <p:spPr bwMode="auto">
          <a:xfrm>
            <a:off x="48387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5">
            <a:extLst>
              <a:ext uri="{FF2B5EF4-FFF2-40B4-BE49-F238E27FC236}">
                <a16:creationId xmlns:a16="http://schemas.microsoft.com/office/drawing/2014/main" id="{0D0C4E3C-A37B-4027-B20D-46357FB3665E}"/>
              </a:ext>
            </a:extLst>
          </p:cNvPr>
          <p:cNvSpPr>
            <a:spLocks/>
          </p:cNvSpPr>
          <p:nvPr userDrawn="1"/>
        </p:nvSpPr>
        <p:spPr bwMode="auto">
          <a:xfrm>
            <a:off x="52419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Freeform 5">
            <a:extLst>
              <a:ext uri="{FF2B5EF4-FFF2-40B4-BE49-F238E27FC236}">
                <a16:creationId xmlns:a16="http://schemas.microsoft.com/office/drawing/2014/main" id="{0FD2391E-D304-4294-8A05-6EC9E58FC417}"/>
              </a:ext>
            </a:extLst>
          </p:cNvPr>
          <p:cNvSpPr>
            <a:spLocks/>
          </p:cNvSpPr>
          <p:nvPr userDrawn="1"/>
        </p:nvSpPr>
        <p:spPr bwMode="auto">
          <a:xfrm>
            <a:off x="56451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Freeform 5">
            <a:extLst>
              <a:ext uri="{FF2B5EF4-FFF2-40B4-BE49-F238E27FC236}">
                <a16:creationId xmlns:a16="http://schemas.microsoft.com/office/drawing/2014/main" id="{079D2452-BC77-4742-AB7B-30508A68E3CA}"/>
              </a:ext>
            </a:extLst>
          </p:cNvPr>
          <p:cNvSpPr>
            <a:spLocks/>
          </p:cNvSpPr>
          <p:nvPr userDrawn="1"/>
        </p:nvSpPr>
        <p:spPr bwMode="auto">
          <a:xfrm>
            <a:off x="60483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Freeform 5">
            <a:extLst>
              <a:ext uri="{FF2B5EF4-FFF2-40B4-BE49-F238E27FC236}">
                <a16:creationId xmlns:a16="http://schemas.microsoft.com/office/drawing/2014/main" id="{7BCEC5E2-D648-46C8-8C64-94FDDCE7685B}"/>
              </a:ext>
            </a:extLst>
          </p:cNvPr>
          <p:cNvSpPr>
            <a:spLocks/>
          </p:cNvSpPr>
          <p:nvPr userDrawn="1"/>
        </p:nvSpPr>
        <p:spPr bwMode="auto">
          <a:xfrm>
            <a:off x="64516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Freeform 5">
            <a:extLst>
              <a:ext uri="{FF2B5EF4-FFF2-40B4-BE49-F238E27FC236}">
                <a16:creationId xmlns:a16="http://schemas.microsoft.com/office/drawing/2014/main" id="{6E6770F7-8B3D-46A2-BB80-73A1D63F34D1}"/>
              </a:ext>
            </a:extLst>
          </p:cNvPr>
          <p:cNvSpPr>
            <a:spLocks/>
          </p:cNvSpPr>
          <p:nvPr userDrawn="1"/>
        </p:nvSpPr>
        <p:spPr bwMode="auto">
          <a:xfrm>
            <a:off x="68548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Freeform 5">
            <a:extLst>
              <a:ext uri="{FF2B5EF4-FFF2-40B4-BE49-F238E27FC236}">
                <a16:creationId xmlns:a16="http://schemas.microsoft.com/office/drawing/2014/main" id="{DA305386-2CA9-4CB1-B6C1-3B6D7F722A4A}"/>
              </a:ext>
            </a:extLst>
          </p:cNvPr>
          <p:cNvSpPr>
            <a:spLocks/>
          </p:cNvSpPr>
          <p:nvPr userDrawn="1"/>
        </p:nvSpPr>
        <p:spPr bwMode="auto">
          <a:xfrm>
            <a:off x="72580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Freeform 5">
            <a:extLst>
              <a:ext uri="{FF2B5EF4-FFF2-40B4-BE49-F238E27FC236}">
                <a16:creationId xmlns:a16="http://schemas.microsoft.com/office/drawing/2014/main" id="{7F1BBA34-10D4-44F3-AE4C-203CE5E635E3}"/>
              </a:ext>
            </a:extLst>
          </p:cNvPr>
          <p:cNvSpPr>
            <a:spLocks/>
          </p:cNvSpPr>
          <p:nvPr userDrawn="1"/>
        </p:nvSpPr>
        <p:spPr bwMode="auto">
          <a:xfrm>
            <a:off x="76612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Freeform 5">
            <a:extLst>
              <a:ext uri="{FF2B5EF4-FFF2-40B4-BE49-F238E27FC236}">
                <a16:creationId xmlns:a16="http://schemas.microsoft.com/office/drawing/2014/main" id="{3E3BBB0A-F44B-4418-9AB5-90C76F47B65C}"/>
              </a:ext>
            </a:extLst>
          </p:cNvPr>
          <p:cNvSpPr>
            <a:spLocks/>
          </p:cNvSpPr>
          <p:nvPr userDrawn="1"/>
        </p:nvSpPr>
        <p:spPr bwMode="auto">
          <a:xfrm>
            <a:off x="80645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Freeform 5">
            <a:extLst>
              <a:ext uri="{FF2B5EF4-FFF2-40B4-BE49-F238E27FC236}">
                <a16:creationId xmlns:a16="http://schemas.microsoft.com/office/drawing/2014/main" id="{786EAD10-8FDE-4463-AB44-FA22D4E08EB6}"/>
              </a:ext>
            </a:extLst>
          </p:cNvPr>
          <p:cNvSpPr>
            <a:spLocks/>
          </p:cNvSpPr>
          <p:nvPr userDrawn="1"/>
        </p:nvSpPr>
        <p:spPr bwMode="auto">
          <a:xfrm>
            <a:off x="84677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Freeform 5">
            <a:extLst>
              <a:ext uri="{FF2B5EF4-FFF2-40B4-BE49-F238E27FC236}">
                <a16:creationId xmlns:a16="http://schemas.microsoft.com/office/drawing/2014/main" id="{F7762CAA-ACEF-45F9-9F8B-D4F10B020BC3}"/>
              </a:ext>
            </a:extLst>
          </p:cNvPr>
          <p:cNvSpPr>
            <a:spLocks/>
          </p:cNvSpPr>
          <p:nvPr userDrawn="1"/>
        </p:nvSpPr>
        <p:spPr bwMode="auto">
          <a:xfrm>
            <a:off x="88709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Freeform 5">
            <a:extLst>
              <a:ext uri="{FF2B5EF4-FFF2-40B4-BE49-F238E27FC236}">
                <a16:creationId xmlns:a16="http://schemas.microsoft.com/office/drawing/2014/main" id="{386FE2DA-52B1-4946-89A1-7E807D6B8820}"/>
              </a:ext>
            </a:extLst>
          </p:cNvPr>
          <p:cNvSpPr>
            <a:spLocks/>
          </p:cNvSpPr>
          <p:nvPr userDrawn="1"/>
        </p:nvSpPr>
        <p:spPr bwMode="auto">
          <a:xfrm>
            <a:off x="92741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Freeform 5">
            <a:extLst>
              <a:ext uri="{FF2B5EF4-FFF2-40B4-BE49-F238E27FC236}">
                <a16:creationId xmlns:a16="http://schemas.microsoft.com/office/drawing/2014/main" id="{630CDC40-690A-4572-8E6C-F852F589C734}"/>
              </a:ext>
            </a:extLst>
          </p:cNvPr>
          <p:cNvSpPr>
            <a:spLocks/>
          </p:cNvSpPr>
          <p:nvPr userDrawn="1"/>
        </p:nvSpPr>
        <p:spPr bwMode="auto">
          <a:xfrm>
            <a:off x="104838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1" name="Freeform 5">
            <a:extLst>
              <a:ext uri="{FF2B5EF4-FFF2-40B4-BE49-F238E27FC236}">
                <a16:creationId xmlns:a16="http://schemas.microsoft.com/office/drawing/2014/main" id="{0CBE04A5-557D-4ED8-9367-4965DF872CB7}"/>
              </a:ext>
            </a:extLst>
          </p:cNvPr>
          <p:cNvSpPr>
            <a:spLocks/>
          </p:cNvSpPr>
          <p:nvPr userDrawn="1"/>
        </p:nvSpPr>
        <p:spPr bwMode="auto">
          <a:xfrm>
            <a:off x="96774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3" name="Freeform 5">
            <a:extLst>
              <a:ext uri="{FF2B5EF4-FFF2-40B4-BE49-F238E27FC236}">
                <a16:creationId xmlns:a16="http://schemas.microsoft.com/office/drawing/2014/main" id="{18C1D1A8-8F8A-49D6-AD02-B410DE26F0BE}"/>
              </a:ext>
            </a:extLst>
          </p:cNvPr>
          <p:cNvSpPr>
            <a:spLocks/>
          </p:cNvSpPr>
          <p:nvPr userDrawn="1"/>
        </p:nvSpPr>
        <p:spPr bwMode="auto">
          <a:xfrm>
            <a:off x="100806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5" name="Freeform 5">
            <a:extLst>
              <a:ext uri="{FF2B5EF4-FFF2-40B4-BE49-F238E27FC236}">
                <a16:creationId xmlns:a16="http://schemas.microsoft.com/office/drawing/2014/main" id="{0919F9FD-AAF0-47C3-BF09-F46DC2147B65}"/>
              </a:ext>
            </a:extLst>
          </p:cNvPr>
          <p:cNvSpPr>
            <a:spLocks/>
          </p:cNvSpPr>
          <p:nvPr userDrawn="1"/>
        </p:nvSpPr>
        <p:spPr bwMode="auto">
          <a:xfrm>
            <a:off x="108870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7" name="Freeform 5">
            <a:extLst>
              <a:ext uri="{FF2B5EF4-FFF2-40B4-BE49-F238E27FC236}">
                <a16:creationId xmlns:a16="http://schemas.microsoft.com/office/drawing/2014/main" id="{37375F0B-BC73-4249-8F6A-670E30ED9D64}"/>
              </a:ext>
            </a:extLst>
          </p:cNvPr>
          <p:cNvSpPr>
            <a:spLocks/>
          </p:cNvSpPr>
          <p:nvPr userDrawn="1"/>
        </p:nvSpPr>
        <p:spPr bwMode="auto">
          <a:xfrm>
            <a:off x="112903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9" name="Freeform 5">
            <a:extLst>
              <a:ext uri="{FF2B5EF4-FFF2-40B4-BE49-F238E27FC236}">
                <a16:creationId xmlns:a16="http://schemas.microsoft.com/office/drawing/2014/main" id="{21E5C0A4-FAA3-4924-9412-BBA867E80D39}"/>
              </a:ext>
            </a:extLst>
          </p:cNvPr>
          <p:cNvSpPr>
            <a:spLocks/>
          </p:cNvSpPr>
          <p:nvPr userDrawn="1"/>
        </p:nvSpPr>
        <p:spPr bwMode="auto">
          <a:xfrm>
            <a:off x="116935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1" name="Freeform 5">
            <a:extLst>
              <a:ext uri="{FF2B5EF4-FFF2-40B4-BE49-F238E27FC236}">
                <a16:creationId xmlns:a16="http://schemas.microsoft.com/office/drawing/2014/main" id="{DA9355A1-AFF3-49B5-8161-79FD9B4B2D14}"/>
              </a:ext>
            </a:extLst>
          </p:cNvPr>
          <p:cNvSpPr>
            <a:spLocks/>
          </p:cNvSpPr>
          <p:nvPr userDrawn="1"/>
        </p:nvSpPr>
        <p:spPr bwMode="auto">
          <a:xfrm>
            <a:off x="12096738"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etti Content Blue">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Section title with border</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a:t>Insert content here</a:t>
            </a:r>
          </a:p>
        </p:txBody>
      </p:sp>
      <p:sp>
        <p:nvSpPr>
          <p:cNvPr id="2" name="Freeform 5">
            <a:extLst>
              <a:ext uri="{FF2B5EF4-FFF2-40B4-BE49-F238E27FC236}">
                <a16:creationId xmlns:a16="http://schemas.microsoft.com/office/drawing/2014/main" id="{2DC4114B-0609-4C4D-B543-47A78CCD924E}"/>
              </a:ext>
            </a:extLst>
          </p:cNvPr>
          <p:cNvSpPr>
            <a:spLocks/>
          </p:cNvSpPr>
          <p:nvPr userDrawn="1"/>
        </p:nvSpPr>
        <p:spPr bwMode="auto">
          <a:xfrm>
            <a:off x="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 name="Freeform 5">
            <a:extLst>
              <a:ext uri="{FF2B5EF4-FFF2-40B4-BE49-F238E27FC236}">
                <a16:creationId xmlns:a16="http://schemas.microsoft.com/office/drawing/2014/main" id="{F4991A45-6BE7-41F5-A26B-FEDE1476FA01}"/>
              </a:ext>
            </a:extLst>
          </p:cNvPr>
          <p:cNvSpPr>
            <a:spLocks/>
          </p:cNvSpPr>
          <p:nvPr userDrawn="1"/>
        </p:nvSpPr>
        <p:spPr bwMode="auto">
          <a:xfrm>
            <a:off x="4032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 name="Freeform 5">
            <a:extLst>
              <a:ext uri="{FF2B5EF4-FFF2-40B4-BE49-F238E27FC236}">
                <a16:creationId xmlns:a16="http://schemas.microsoft.com/office/drawing/2014/main" id="{1E524AC6-1148-4420-9876-811DD3A6CFA3}"/>
              </a:ext>
            </a:extLst>
          </p:cNvPr>
          <p:cNvSpPr>
            <a:spLocks/>
          </p:cNvSpPr>
          <p:nvPr userDrawn="1"/>
        </p:nvSpPr>
        <p:spPr bwMode="auto">
          <a:xfrm>
            <a:off x="8064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5">
            <a:extLst>
              <a:ext uri="{FF2B5EF4-FFF2-40B4-BE49-F238E27FC236}">
                <a16:creationId xmlns:a16="http://schemas.microsoft.com/office/drawing/2014/main" id="{3FB0D408-43F7-461D-BFDF-08A3F869B01B}"/>
              </a:ext>
            </a:extLst>
          </p:cNvPr>
          <p:cNvSpPr>
            <a:spLocks/>
          </p:cNvSpPr>
          <p:nvPr userDrawn="1"/>
        </p:nvSpPr>
        <p:spPr bwMode="auto">
          <a:xfrm>
            <a:off x="12096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5">
            <a:extLst>
              <a:ext uri="{FF2B5EF4-FFF2-40B4-BE49-F238E27FC236}">
                <a16:creationId xmlns:a16="http://schemas.microsoft.com/office/drawing/2014/main" id="{3BFEC4BA-AD08-41E5-B485-5D76779BD22C}"/>
              </a:ext>
            </a:extLst>
          </p:cNvPr>
          <p:cNvSpPr>
            <a:spLocks/>
          </p:cNvSpPr>
          <p:nvPr userDrawn="1"/>
        </p:nvSpPr>
        <p:spPr bwMode="auto">
          <a:xfrm>
            <a:off x="16129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5">
            <a:extLst>
              <a:ext uri="{FF2B5EF4-FFF2-40B4-BE49-F238E27FC236}">
                <a16:creationId xmlns:a16="http://schemas.microsoft.com/office/drawing/2014/main" id="{DCADCEEA-F24D-44AB-922F-8772E0343F65}"/>
              </a:ext>
            </a:extLst>
          </p:cNvPr>
          <p:cNvSpPr>
            <a:spLocks/>
          </p:cNvSpPr>
          <p:nvPr userDrawn="1"/>
        </p:nvSpPr>
        <p:spPr bwMode="auto">
          <a:xfrm>
            <a:off x="20161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5">
            <a:extLst>
              <a:ext uri="{FF2B5EF4-FFF2-40B4-BE49-F238E27FC236}">
                <a16:creationId xmlns:a16="http://schemas.microsoft.com/office/drawing/2014/main" id="{A787DE99-F548-4F27-BD73-008223ADC626}"/>
              </a:ext>
            </a:extLst>
          </p:cNvPr>
          <p:cNvSpPr>
            <a:spLocks/>
          </p:cNvSpPr>
          <p:nvPr userDrawn="1"/>
        </p:nvSpPr>
        <p:spPr bwMode="auto">
          <a:xfrm>
            <a:off x="24193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5">
            <a:extLst>
              <a:ext uri="{FF2B5EF4-FFF2-40B4-BE49-F238E27FC236}">
                <a16:creationId xmlns:a16="http://schemas.microsoft.com/office/drawing/2014/main" id="{7684DD24-7DDA-4D86-9D3A-4AF92794D2AB}"/>
              </a:ext>
            </a:extLst>
          </p:cNvPr>
          <p:cNvSpPr>
            <a:spLocks/>
          </p:cNvSpPr>
          <p:nvPr userDrawn="1"/>
        </p:nvSpPr>
        <p:spPr bwMode="auto">
          <a:xfrm>
            <a:off x="28225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5">
            <a:extLst>
              <a:ext uri="{FF2B5EF4-FFF2-40B4-BE49-F238E27FC236}">
                <a16:creationId xmlns:a16="http://schemas.microsoft.com/office/drawing/2014/main" id="{1B9B85DC-2B9F-4D61-8259-DFBAE7153C86}"/>
              </a:ext>
            </a:extLst>
          </p:cNvPr>
          <p:cNvSpPr>
            <a:spLocks/>
          </p:cNvSpPr>
          <p:nvPr userDrawn="1"/>
        </p:nvSpPr>
        <p:spPr bwMode="auto">
          <a:xfrm>
            <a:off x="32258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1" name="Freeform 5">
            <a:extLst>
              <a:ext uri="{FF2B5EF4-FFF2-40B4-BE49-F238E27FC236}">
                <a16:creationId xmlns:a16="http://schemas.microsoft.com/office/drawing/2014/main" id="{A3C2DDF8-77DE-44E7-82EB-BD2B109B8FDF}"/>
              </a:ext>
            </a:extLst>
          </p:cNvPr>
          <p:cNvSpPr>
            <a:spLocks/>
          </p:cNvSpPr>
          <p:nvPr userDrawn="1"/>
        </p:nvSpPr>
        <p:spPr bwMode="auto">
          <a:xfrm>
            <a:off x="36290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3" name="Freeform 5">
            <a:extLst>
              <a:ext uri="{FF2B5EF4-FFF2-40B4-BE49-F238E27FC236}">
                <a16:creationId xmlns:a16="http://schemas.microsoft.com/office/drawing/2014/main" id="{FA74D4D0-7595-4C86-991E-ACC5FA41CC6C}"/>
              </a:ext>
            </a:extLst>
          </p:cNvPr>
          <p:cNvSpPr>
            <a:spLocks/>
          </p:cNvSpPr>
          <p:nvPr userDrawn="1"/>
        </p:nvSpPr>
        <p:spPr bwMode="auto">
          <a:xfrm>
            <a:off x="40322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5" name="Freeform 5">
            <a:extLst>
              <a:ext uri="{FF2B5EF4-FFF2-40B4-BE49-F238E27FC236}">
                <a16:creationId xmlns:a16="http://schemas.microsoft.com/office/drawing/2014/main" id="{23157884-97DA-4B49-BAA8-4F244EF86883}"/>
              </a:ext>
            </a:extLst>
          </p:cNvPr>
          <p:cNvSpPr>
            <a:spLocks/>
          </p:cNvSpPr>
          <p:nvPr userDrawn="1"/>
        </p:nvSpPr>
        <p:spPr bwMode="auto">
          <a:xfrm>
            <a:off x="44354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7" name="Freeform 5">
            <a:extLst>
              <a:ext uri="{FF2B5EF4-FFF2-40B4-BE49-F238E27FC236}">
                <a16:creationId xmlns:a16="http://schemas.microsoft.com/office/drawing/2014/main" id="{07CDB3B0-5CB6-43DA-A0C1-5990C23AB10D}"/>
              </a:ext>
            </a:extLst>
          </p:cNvPr>
          <p:cNvSpPr>
            <a:spLocks/>
          </p:cNvSpPr>
          <p:nvPr userDrawn="1"/>
        </p:nvSpPr>
        <p:spPr bwMode="auto">
          <a:xfrm>
            <a:off x="48387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 name="Freeform 5">
            <a:extLst>
              <a:ext uri="{FF2B5EF4-FFF2-40B4-BE49-F238E27FC236}">
                <a16:creationId xmlns:a16="http://schemas.microsoft.com/office/drawing/2014/main" id="{A932886D-EB20-4026-9D6E-687F61B1AA23}"/>
              </a:ext>
            </a:extLst>
          </p:cNvPr>
          <p:cNvSpPr>
            <a:spLocks/>
          </p:cNvSpPr>
          <p:nvPr userDrawn="1"/>
        </p:nvSpPr>
        <p:spPr bwMode="auto">
          <a:xfrm>
            <a:off x="52419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 name="Freeform 5">
            <a:extLst>
              <a:ext uri="{FF2B5EF4-FFF2-40B4-BE49-F238E27FC236}">
                <a16:creationId xmlns:a16="http://schemas.microsoft.com/office/drawing/2014/main" id="{3E812D95-DE21-4AE5-8F40-2DB182F3DEB9}"/>
              </a:ext>
            </a:extLst>
          </p:cNvPr>
          <p:cNvSpPr>
            <a:spLocks/>
          </p:cNvSpPr>
          <p:nvPr userDrawn="1"/>
        </p:nvSpPr>
        <p:spPr bwMode="auto">
          <a:xfrm>
            <a:off x="56451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 name="Freeform 5">
            <a:extLst>
              <a:ext uri="{FF2B5EF4-FFF2-40B4-BE49-F238E27FC236}">
                <a16:creationId xmlns:a16="http://schemas.microsoft.com/office/drawing/2014/main" id="{210B2D4F-6E86-4287-8EA1-EA3A728A112A}"/>
              </a:ext>
            </a:extLst>
          </p:cNvPr>
          <p:cNvSpPr>
            <a:spLocks/>
          </p:cNvSpPr>
          <p:nvPr userDrawn="1"/>
        </p:nvSpPr>
        <p:spPr bwMode="auto">
          <a:xfrm>
            <a:off x="60483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 name="Freeform 5">
            <a:extLst>
              <a:ext uri="{FF2B5EF4-FFF2-40B4-BE49-F238E27FC236}">
                <a16:creationId xmlns:a16="http://schemas.microsoft.com/office/drawing/2014/main" id="{1E976474-73A7-4C5B-9BBB-2F877FE899E6}"/>
              </a:ext>
            </a:extLst>
          </p:cNvPr>
          <p:cNvSpPr>
            <a:spLocks/>
          </p:cNvSpPr>
          <p:nvPr userDrawn="1"/>
        </p:nvSpPr>
        <p:spPr bwMode="auto">
          <a:xfrm>
            <a:off x="64516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 name="Freeform 5">
            <a:extLst>
              <a:ext uri="{FF2B5EF4-FFF2-40B4-BE49-F238E27FC236}">
                <a16:creationId xmlns:a16="http://schemas.microsoft.com/office/drawing/2014/main" id="{465A6564-AC40-4493-A583-1FFB6C3E9DD9}"/>
              </a:ext>
            </a:extLst>
          </p:cNvPr>
          <p:cNvSpPr>
            <a:spLocks/>
          </p:cNvSpPr>
          <p:nvPr userDrawn="1"/>
        </p:nvSpPr>
        <p:spPr bwMode="auto">
          <a:xfrm>
            <a:off x="68548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 name="Freeform 5">
            <a:extLst>
              <a:ext uri="{FF2B5EF4-FFF2-40B4-BE49-F238E27FC236}">
                <a16:creationId xmlns:a16="http://schemas.microsoft.com/office/drawing/2014/main" id="{6954C064-7CB0-4288-BE96-E91AC7F876F2}"/>
              </a:ext>
            </a:extLst>
          </p:cNvPr>
          <p:cNvSpPr>
            <a:spLocks/>
          </p:cNvSpPr>
          <p:nvPr userDrawn="1"/>
        </p:nvSpPr>
        <p:spPr bwMode="auto">
          <a:xfrm>
            <a:off x="72580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 name="Freeform 5">
            <a:extLst>
              <a:ext uri="{FF2B5EF4-FFF2-40B4-BE49-F238E27FC236}">
                <a16:creationId xmlns:a16="http://schemas.microsoft.com/office/drawing/2014/main" id="{90BB86D8-7370-4CF9-8DCC-597757CFC2FB}"/>
              </a:ext>
            </a:extLst>
          </p:cNvPr>
          <p:cNvSpPr>
            <a:spLocks/>
          </p:cNvSpPr>
          <p:nvPr userDrawn="1"/>
        </p:nvSpPr>
        <p:spPr bwMode="auto">
          <a:xfrm>
            <a:off x="76612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 name="Freeform 5">
            <a:extLst>
              <a:ext uri="{FF2B5EF4-FFF2-40B4-BE49-F238E27FC236}">
                <a16:creationId xmlns:a16="http://schemas.microsoft.com/office/drawing/2014/main" id="{D8B61089-5F8D-4533-AFA2-5E4CFABC7955}"/>
              </a:ext>
            </a:extLst>
          </p:cNvPr>
          <p:cNvSpPr>
            <a:spLocks/>
          </p:cNvSpPr>
          <p:nvPr userDrawn="1"/>
        </p:nvSpPr>
        <p:spPr bwMode="auto">
          <a:xfrm>
            <a:off x="80645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 name="Freeform 5">
            <a:extLst>
              <a:ext uri="{FF2B5EF4-FFF2-40B4-BE49-F238E27FC236}">
                <a16:creationId xmlns:a16="http://schemas.microsoft.com/office/drawing/2014/main" id="{C3DAA582-A4E2-4D0D-9142-F0A4E91DF0FF}"/>
              </a:ext>
            </a:extLst>
          </p:cNvPr>
          <p:cNvSpPr>
            <a:spLocks/>
          </p:cNvSpPr>
          <p:nvPr userDrawn="1"/>
        </p:nvSpPr>
        <p:spPr bwMode="auto">
          <a:xfrm>
            <a:off x="84677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 name="Freeform 5">
            <a:extLst>
              <a:ext uri="{FF2B5EF4-FFF2-40B4-BE49-F238E27FC236}">
                <a16:creationId xmlns:a16="http://schemas.microsoft.com/office/drawing/2014/main" id="{0330153D-7AC7-4FEE-B014-E16DDA9F990D}"/>
              </a:ext>
            </a:extLst>
          </p:cNvPr>
          <p:cNvSpPr>
            <a:spLocks/>
          </p:cNvSpPr>
          <p:nvPr userDrawn="1"/>
        </p:nvSpPr>
        <p:spPr bwMode="auto">
          <a:xfrm>
            <a:off x="88709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 name="Freeform 5">
            <a:extLst>
              <a:ext uri="{FF2B5EF4-FFF2-40B4-BE49-F238E27FC236}">
                <a16:creationId xmlns:a16="http://schemas.microsoft.com/office/drawing/2014/main" id="{9FE05360-0BAD-4CD0-912B-2EFB0A93B25F}"/>
              </a:ext>
            </a:extLst>
          </p:cNvPr>
          <p:cNvSpPr>
            <a:spLocks/>
          </p:cNvSpPr>
          <p:nvPr userDrawn="1"/>
        </p:nvSpPr>
        <p:spPr bwMode="auto">
          <a:xfrm>
            <a:off x="92741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 name="Freeform 5">
            <a:extLst>
              <a:ext uri="{FF2B5EF4-FFF2-40B4-BE49-F238E27FC236}">
                <a16:creationId xmlns:a16="http://schemas.microsoft.com/office/drawing/2014/main" id="{2BB69768-4BF4-4369-941D-7F83EA731EC1}"/>
              </a:ext>
            </a:extLst>
          </p:cNvPr>
          <p:cNvSpPr>
            <a:spLocks/>
          </p:cNvSpPr>
          <p:nvPr userDrawn="1"/>
        </p:nvSpPr>
        <p:spPr bwMode="auto">
          <a:xfrm>
            <a:off x="1048385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 name="Freeform 5">
            <a:extLst>
              <a:ext uri="{FF2B5EF4-FFF2-40B4-BE49-F238E27FC236}">
                <a16:creationId xmlns:a16="http://schemas.microsoft.com/office/drawing/2014/main" id="{51F585F2-FB0F-4846-9CD2-11F7FF96FD97}"/>
              </a:ext>
            </a:extLst>
          </p:cNvPr>
          <p:cNvSpPr>
            <a:spLocks/>
          </p:cNvSpPr>
          <p:nvPr userDrawn="1"/>
        </p:nvSpPr>
        <p:spPr bwMode="auto">
          <a:xfrm>
            <a:off x="96774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Freeform 5">
            <a:extLst>
              <a:ext uri="{FF2B5EF4-FFF2-40B4-BE49-F238E27FC236}">
                <a16:creationId xmlns:a16="http://schemas.microsoft.com/office/drawing/2014/main" id="{CBE3430D-F606-4308-B49E-D9AAD7125090}"/>
              </a:ext>
            </a:extLst>
          </p:cNvPr>
          <p:cNvSpPr>
            <a:spLocks/>
          </p:cNvSpPr>
          <p:nvPr userDrawn="1"/>
        </p:nvSpPr>
        <p:spPr bwMode="auto">
          <a:xfrm>
            <a:off x="100806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Freeform 5">
            <a:extLst>
              <a:ext uri="{FF2B5EF4-FFF2-40B4-BE49-F238E27FC236}">
                <a16:creationId xmlns:a16="http://schemas.microsoft.com/office/drawing/2014/main" id="{DBCBDCF3-6847-4191-A872-E8389FEBE08D}"/>
              </a:ext>
            </a:extLst>
          </p:cNvPr>
          <p:cNvSpPr>
            <a:spLocks/>
          </p:cNvSpPr>
          <p:nvPr userDrawn="1"/>
        </p:nvSpPr>
        <p:spPr bwMode="auto">
          <a:xfrm>
            <a:off x="1088707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1" name="Freeform 5">
            <a:extLst>
              <a:ext uri="{FF2B5EF4-FFF2-40B4-BE49-F238E27FC236}">
                <a16:creationId xmlns:a16="http://schemas.microsoft.com/office/drawing/2014/main" id="{1F7B483D-EB1A-45B5-B1AD-0EAE7F64763C}"/>
              </a:ext>
            </a:extLst>
          </p:cNvPr>
          <p:cNvSpPr>
            <a:spLocks/>
          </p:cNvSpPr>
          <p:nvPr userDrawn="1"/>
        </p:nvSpPr>
        <p:spPr bwMode="auto">
          <a:xfrm>
            <a:off x="11290300"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3" name="Freeform 5">
            <a:extLst>
              <a:ext uri="{FF2B5EF4-FFF2-40B4-BE49-F238E27FC236}">
                <a16:creationId xmlns:a16="http://schemas.microsoft.com/office/drawing/2014/main" id="{B3466B6D-9C19-4F9A-8173-BC98E52B1023}"/>
              </a:ext>
            </a:extLst>
          </p:cNvPr>
          <p:cNvSpPr>
            <a:spLocks/>
          </p:cNvSpPr>
          <p:nvPr userDrawn="1"/>
        </p:nvSpPr>
        <p:spPr bwMode="auto">
          <a:xfrm>
            <a:off x="11693525"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5" name="Freeform 5">
            <a:extLst>
              <a:ext uri="{FF2B5EF4-FFF2-40B4-BE49-F238E27FC236}">
                <a16:creationId xmlns:a16="http://schemas.microsoft.com/office/drawing/2014/main" id="{9C4E25A9-A7F7-4238-B98D-A72344849620}"/>
              </a:ext>
            </a:extLst>
          </p:cNvPr>
          <p:cNvSpPr>
            <a:spLocks/>
          </p:cNvSpPr>
          <p:nvPr userDrawn="1"/>
        </p:nvSpPr>
        <p:spPr bwMode="auto">
          <a:xfrm>
            <a:off x="12096738" y="328748"/>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7" name="Freeform 5">
            <a:extLst>
              <a:ext uri="{FF2B5EF4-FFF2-40B4-BE49-F238E27FC236}">
                <a16:creationId xmlns:a16="http://schemas.microsoft.com/office/drawing/2014/main" id="{582162BB-6F36-41B5-B5AD-B7FD4177E530}"/>
              </a:ext>
            </a:extLst>
          </p:cNvPr>
          <p:cNvSpPr>
            <a:spLocks/>
          </p:cNvSpPr>
          <p:nvPr userDrawn="1"/>
        </p:nvSpPr>
        <p:spPr bwMode="auto">
          <a:xfrm>
            <a:off x="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9" name="Freeform 5">
            <a:extLst>
              <a:ext uri="{FF2B5EF4-FFF2-40B4-BE49-F238E27FC236}">
                <a16:creationId xmlns:a16="http://schemas.microsoft.com/office/drawing/2014/main" id="{652516D9-F1FA-4063-ADA2-9B081A2D5A2E}"/>
              </a:ext>
            </a:extLst>
          </p:cNvPr>
          <p:cNvSpPr>
            <a:spLocks/>
          </p:cNvSpPr>
          <p:nvPr userDrawn="1"/>
        </p:nvSpPr>
        <p:spPr bwMode="auto">
          <a:xfrm>
            <a:off x="4032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1" name="Freeform 5">
            <a:extLst>
              <a:ext uri="{FF2B5EF4-FFF2-40B4-BE49-F238E27FC236}">
                <a16:creationId xmlns:a16="http://schemas.microsoft.com/office/drawing/2014/main" id="{1C6A6B49-4641-48E9-8819-769AAE00B198}"/>
              </a:ext>
            </a:extLst>
          </p:cNvPr>
          <p:cNvSpPr>
            <a:spLocks/>
          </p:cNvSpPr>
          <p:nvPr userDrawn="1"/>
        </p:nvSpPr>
        <p:spPr bwMode="auto">
          <a:xfrm>
            <a:off x="8064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3" name="Freeform 5">
            <a:extLst>
              <a:ext uri="{FF2B5EF4-FFF2-40B4-BE49-F238E27FC236}">
                <a16:creationId xmlns:a16="http://schemas.microsoft.com/office/drawing/2014/main" id="{B1530B27-CB32-4FD6-ADCD-696B9A77D606}"/>
              </a:ext>
            </a:extLst>
          </p:cNvPr>
          <p:cNvSpPr>
            <a:spLocks/>
          </p:cNvSpPr>
          <p:nvPr userDrawn="1"/>
        </p:nvSpPr>
        <p:spPr bwMode="auto">
          <a:xfrm>
            <a:off x="12096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5" name="Freeform 5">
            <a:extLst>
              <a:ext uri="{FF2B5EF4-FFF2-40B4-BE49-F238E27FC236}">
                <a16:creationId xmlns:a16="http://schemas.microsoft.com/office/drawing/2014/main" id="{BAFEEEB6-FF84-414F-A371-D3F809A1C86D}"/>
              </a:ext>
            </a:extLst>
          </p:cNvPr>
          <p:cNvSpPr>
            <a:spLocks/>
          </p:cNvSpPr>
          <p:nvPr userDrawn="1"/>
        </p:nvSpPr>
        <p:spPr bwMode="auto">
          <a:xfrm>
            <a:off x="16129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7" name="Freeform 5">
            <a:extLst>
              <a:ext uri="{FF2B5EF4-FFF2-40B4-BE49-F238E27FC236}">
                <a16:creationId xmlns:a16="http://schemas.microsoft.com/office/drawing/2014/main" id="{0F8F801F-06E9-4E1C-A137-226729983354}"/>
              </a:ext>
            </a:extLst>
          </p:cNvPr>
          <p:cNvSpPr>
            <a:spLocks/>
          </p:cNvSpPr>
          <p:nvPr userDrawn="1"/>
        </p:nvSpPr>
        <p:spPr bwMode="auto">
          <a:xfrm>
            <a:off x="20161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9" name="Freeform 5">
            <a:extLst>
              <a:ext uri="{FF2B5EF4-FFF2-40B4-BE49-F238E27FC236}">
                <a16:creationId xmlns:a16="http://schemas.microsoft.com/office/drawing/2014/main" id="{3062C679-537B-4565-B111-60C31A15ACF4}"/>
              </a:ext>
            </a:extLst>
          </p:cNvPr>
          <p:cNvSpPr>
            <a:spLocks/>
          </p:cNvSpPr>
          <p:nvPr userDrawn="1"/>
        </p:nvSpPr>
        <p:spPr bwMode="auto">
          <a:xfrm>
            <a:off x="24193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1" name="Freeform 5">
            <a:extLst>
              <a:ext uri="{FF2B5EF4-FFF2-40B4-BE49-F238E27FC236}">
                <a16:creationId xmlns:a16="http://schemas.microsoft.com/office/drawing/2014/main" id="{887EEB3A-4213-464A-87A3-D2DAF47421F5}"/>
              </a:ext>
            </a:extLst>
          </p:cNvPr>
          <p:cNvSpPr>
            <a:spLocks/>
          </p:cNvSpPr>
          <p:nvPr userDrawn="1"/>
        </p:nvSpPr>
        <p:spPr bwMode="auto">
          <a:xfrm>
            <a:off x="28225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3" name="Freeform 5">
            <a:extLst>
              <a:ext uri="{FF2B5EF4-FFF2-40B4-BE49-F238E27FC236}">
                <a16:creationId xmlns:a16="http://schemas.microsoft.com/office/drawing/2014/main" id="{ADC86261-F90C-45E0-A168-7581A8C02C38}"/>
              </a:ext>
            </a:extLst>
          </p:cNvPr>
          <p:cNvSpPr>
            <a:spLocks/>
          </p:cNvSpPr>
          <p:nvPr userDrawn="1"/>
        </p:nvSpPr>
        <p:spPr bwMode="auto">
          <a:xfrm>
            <a:off x="32258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5" name="Freeform 5">
            <a:extLst>
              <a:ext uri="{FF2B5EF4-FFF2-40B4-BE49-F238E27FC236}">
                <a16:creationId xmlns:a16="http://schemas.microsoft.com/office/drawing/2014/main" id="{504DD272-AA18-4EE6-AA29-9F6F74F23909}"/>
              </a:ext>
            </a:extLst>
          </p:cNvPr>
          <p:cNvSpPr>
            <a:spLocks/>
          </p:cNvSpPr>
          <p:nvPr userDrawn="1"/>
        </p:nvSpPr>
        <p:spPr bwMode="auto">
          <a:xfrm>
            <a:off x="36290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7" name="Freeform 5">
            <a:extLst>
              <a:ext uri="{FF2B5EF4-FFF2-40B4-BE49-F238E27FC236}">
                <a16:creationId xmlns:a16="http://schemas.microsoft.com/office/drawing/2014/main" id="{8BCD198C-85D1-4065-9D67-82D3B38E1C37}"/>
              </a:ext>
            </a:extLst>
          </p:cNvPr>
          <p:cNvSpPr>
            <a:spLocks/>
          </p:cNvSpPr>
          <p:nvPr userDrawn="1"/>
        </p:nvSpPr>
        <p:spPr bwMode="auto">
          <a:xfrm>
            <a:off x="40322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9" name="Freeform 5">
            <a:extLst>
              <a:ext uri="{FF2B5EF4-FFF2-40B4-BE49-F238E27FC236}">
                <a16:creationId xmlns:a16="http://schemas.microsoft.com/office/drawing/2014/main" id="{2900C489-4586-4F04-BD13-FF483556032E}"/>
              </a:ext>
            </a:extLst>
          </p:cNvPr>
          <p:cNvSpPr>
            <a:spLocks/>
          </p:cNvSpPr>
          <p:nvPr userDrawn="1"/>
        </p:nvSpPr>
        <p:spPr bwMode="auto">
          <a:xfrm>
            <a:off x="44354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1" name="Freeform 5">
            <a:extLst>
              <a:ext uri="{FF2B5EF4-FFF2-40B4-BE49-F238E27FC236}">
                <a16:creationId xmlns:a16="http://schemas.microsoft.com/office/drawing/2014/main" id="{FFF75EF5-F4A4-47DF-B2E8-27AF735DAE67}"/>
              </a:ext>
            </a:extLst>
          </p:cNvPr>
          <p:cNvSpPr>
            <a:spLocks/>
          </p:cNvSpPr>
          <p:nvPr userDrawn="1"/>
        </p:nvSpPr>
        <p:spPr bwMode="auto">
          <a:xfrm>
            <a:off x="48387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3" name="Freeform 5">
            <a:extLst>
              <a:ext uri="{FF2B5EF4-FFF2-40B4-BE49-F238E27FC236}">
                <a16:creationId xmlns:a16="http://schemas.microsoft.com/office/drawing/2014/main" id="{0C8AD0A5-DBDC-4519-871E-FE913951AE59}"/>
              </a:ext>
            </a:extLst>
          </p:cNvPr>
          <p:cNvSpPr>
            <a:spLocks/>
          </p:cNvSpPr>
          <p:nvPr userDrawn="1"/>
        </p:nvSpPr>
        <p:spPr bwMode="auto">
          <a:xfrm>
            <a:off x="52419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5" name="Freeform 5">
            <a:extLst>
              <a:ext uri="{FF2B5EF4-FFF2-40B4-BE49-F238E27FC236}">
                <a16:creationId xmlns:a16="http://schemas.microsoft.com/office/drawing/2014/main" id="{5417658F-66B2-4FE7-A854-CC3AE0F7EB74}"/>
              </a:ext>
            </a:extLst>
          </p:cNvPr>
          <p:cNvSpPr>
            <a:spLocks/>
          </p:cNvSpPr>
          <p:nvPr userDrawn="1"/>
        </p:nvSpPr>
        <p:spPr bwMode="auto">
          <a:xfrm>
            <a:off x="56451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7" name="Freeform 5">
            <a:extLst>
              <a:ext uri="{FF2B5EF4-FFF2-40B4-BE49-F238E27FC236}">
                <a16:creationId xmlns:a16="http://schemas.microsoft.com/office/drawing/2014/main" id="{A81C42B8-9501-457C-9DBC-BA397001DE6B}"/>
              </a:ext>
            </a:extLst>
          </p:cNvPr>
          <p:cNvSpPr>
            <a:spLocks/>
          </p:cNvSpPr>
          <p:nvPr userDrawn="1"/>
        </p:nvSpPr>
        <p:spPr bwMode="auto">
          <a:xfrm>
            <a:off x="60483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9" name="Freeform 5">
            <a:extLst>
              <a:ext uri="{FF2B5EF4-FFF2-40B4-BE49-F238E27FC236}">
                <a16:creationId xmlns:a16="http://schemas.microsoft.com/office/drawing/2014/main" id="{1E20BB75-9E81-42DF-B4BF-5B6987919CEC}"/>
              </a:ext>
            </a:extLst>
          </p:cNvPr>
          <p:cNvSpPr>
            <a:spLocks/>
          </p:cNvSpPr>
          <p:nvPr userDrawn="1"/>
        </p:nvSpPr>
        <p:spPr bwMode="auto">
          <a:xfrm>
            <a:off x="64516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1" name="Freeform 5">
            <a:extLst>
              <a:ext uri="{FF2B5EF4-FFF2-40B4-BE49-F238E27FC236}">
                <a16:creationId xmlns:a16="http://schemas.microsoft.com/office/drawing/2014/main" id="{D01EE500-D7A1-4352-BAD2-B850ACC4BC6A}"/>
              </a:ext>
            </a:extLst>
          </p:cNvPr>
          <p:cNvSpPr>
            <a:spLocks/>
          </p:cNvSpPr>
          <p:nvPr userDrawn="1"/>
        </p:nvSpPr>
        <p:spPr bwMode="auto">
          <a:xfrm>
            <a:off x="68548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3" name="Freeform 5">
            <a:extLst>
              <a:ext uri="{FF2B5EF4-FFF2-40B4-BE49-F238E27FC236}">
                <a16:creationId xmlns:a16="http://schemas.microsoft.com/office/drawing/2014/main" id="{1587723F-EB9C-433F-ACA5-343CDE53B4CA}"/>
              </a:ext>
            </a:extLst>
          </p:cNvPr>
          <p:cNvSpPr>
            <a:spLocks/>
          </p:cNvSpPr>
          <p:nvPr userDrawn="1"/>
        </p:nvSpPr>
        <p:spPr bwMode="auto">
          <a:xfrm>
            <a:off x="72580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5" name="Freeform 5">
            <a:extLst>
              <a:ext uri="{FF2B5EF4-FFF2-40B4-BE49-F238E27FC236}">
                <a16:creationId xmlns:a16="http://schemas.microsoft.com/office/drawing/2014/main" id="{3B89FD7D-E9C3-4C00-9808-59AAFB03163F}"/>
              </a:ext>
            </a:extLst>
          </p:cNvPr>
          <p:cNvSpPr>
            <a:spLocks/>
          </p:cNvSpPr>
          <p:nvPr userDrawn="1"/>
        </p:nvSpPr>
        <p:spPr bwMode="auto">
          <a:xfrm>
            <a:off x="76612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7" name="Freeform 5">
            <a:extLst>
              <a:ext uri="{FF2B5EF4-FFF2-40B4-BE49-F238E27FC236}">
                <a16:creationId xmlns:a16="http://schemas.microsoft.com/office/drawing/2014/main" id="{6E04DD36-8E16-472A-941F-022D2E9A88A8}"/>
              </a:ext>
            </a:extLst>
          </p:cNvPr>
          <p:cNvSpPr>
            <a:spLocks/>
          </p:cNvSpPr>
          <p:nvPr userDrawn="1"/>
        </p:nvSpPr>
        <p:spPr bwMode="auto">
          <a:xfrm>
            <a:off x="80645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9" name="Freeform 5">
            <a:extLst>
              <a:ext uri="{FF2B5EF4-FFF2-40B4-BE49-F238E27FC236}">
                <a16:creationId xmlns:a16="http://schemas.microsoft.com/office/drawing/2014/main" id="{12E1B3B0-875B-4233-B21E-CFCC3D054FB2}"/>
              </a:ext>
            </a:extLst>
          </p:cNvPr>
          <p:cNvSpPr>
            <a:spLocks/>
          </p:cNvSpPr>
          <p:nvPr userDrawn="1"/>
        </p:nvSpPr>
        <p:spPr bwMode="auto">
          <a:xfrm>
            <a:off x="84677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1" name="Freeform 5">
            <a:extLst>
              <a:ext uri="{FF2B5EF4-FFF2-40B4-BE49-F238E27FC236}">
                <a16:creationId xmlns:a16="http://schemas.microsoft.com/office/drawing/2014/main" id="{EEFA6ADA-AE04-43D9-AEBA-6D4B6101D19D}"/>
              </a:ext>
            </a:extLst>
          </p:cNvPr>
          <p:cNvSpPr>
            <a:spLocks/>
          </p:cNvSpPr>
          <p:nvPr userDrawn="1"/>
        </p:nvSpPr>
        <p:spPr bwMode="auto">
          <a:xfrm>
            <a:off x="88709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3" name="Freeform 5">
            <a:extLst>
              <a:ext uri="{FF2B5EF4-FFF2-40B4-BE49-F238E27FC236}">
                <a16:creationId xmlns:a16="http://schemas.microsoft.com/office/drawing/2014/main" id="{EF5B0E26-2791-4B14-B592-172C2FAC6FE5}"/>
              </a:ext>
            </a:extLst>
          </p:cNvPr>
          <p:cNvSpPr>
            <a:spLocks/>
          </p:cNvSpPr>
          <p:nvPr userDrawn="1"/>
        </p:nvSpPr>
        <p:spPr bwMode="auto">
          <a:xfrm>
            <a:off x="92741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5" name="Freeform 5">
            <a:extLst>
              <a:ext uri="{FF2B5EF4-FFF2-40B4-BE49-F238E27FC236}">
                <a16:creationId xmlns:a16="http://schemas.microsoft.com/office/drawing/2014/main" id="{7CDA8C23-F3D0-475C-8B0B-D2483AECFAB8}"/>
              </a:ext>
            </a:extLst>
          </p:cNvPr>
          <p:cNvSpPr>
            <a:spLocks/>
          </p:cNvSpPr>
          <p:nvPr userDrawn="1"/>
        </p:nvSpPr>
        <p:spPr bwMode="auto">
          <a:xfrm>
            <a:off x="1048385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7" name="Freeform 5">
            <a:extLst>
              <a:ext uri="{FF2B5EF4-FFF2-40B4-BE49-F238E27FC236}">
                <a16:creationId xmlns:a16="http://schemas.microsoft.com/office/drawing/2014/main" id="{A6895141-163A-4201-B333-6467D533F440}"/>
              </a:ext>
            </a:extLst>
          </p:cNvPr>
          <p:cNvSpPr>
            <a:spLocks/>
          </p:cNvSpPr>
          <p:nvPr userDrawn="1"/>
        </p:nvSpPr>
        <p:spPr bwMode="auto">
          <a:xfrm>
            <a:off x="96774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9" name="Freeform 5">
            <a:extLst>
              <a:ext uri="{FF2B5EF4-FFF2-40B4-BE49-F238E27FC236}">
                <a16:creationId xmlns:a16="http://schemas.microsoft.com/office/drawing/2014/main" id="{96857859-9A05-4D31-8334-CDC677051A05}"/>
              </a:ext>
            </a:extLst>
          </p:cNvPr>
          <p:cNvSpPr>
            <a:spLocks/>
          </p:cNvSpPr>
          <p:nvPr userDrawn="1"/>
        </p:nvSpPr>
        <p:spPr bwMode="auto">
          <a:xfrm>
            <a:off x="100806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1" name="Freeform 5">
            <a:extLst>
              <a:ext uri="{FF2B5EF4-FFF2-40B4-BE49-F238E27FC236}">
                <a16:creationId xmlns:a16="http://schemas.microsoft.com/office/drawing/2014/main" id="{EBBC59FD-BB44-465C-9882-47450B890D91}"/>
              </a:ext>
            </a:extLst>
          </p:cNvPr>
          <p:cNvSpPr>
            <a:spLocks/>
          </p:cNvSpPr>
          <p:nvPr userDrawn="1"/>
        </p:nvSpPr>
        <p:spPr bwMode="auto">
          <a:xfrm>
            <a:off x="1088707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3" name="Freeform 5">
            <a:extLst>
              <a:ext uri="{FF2B5EF4-FFF2-40B4-BE49-F238E27FC236}">
                <a16:creationId xmlns:a16="http://schemas.microsoft.com/office/drawing/2014/main" id="{B55E93B0-6435-4CBB-9B59-5C2C61984C86}"/>
              </a:ext>
            </a:extLst>
          </p:cNvPr>
          <p:cNvSpPr>
            <a:spLocks/>
          </p:cNvSpPr>
          <p:nvPr userDrawn="1"/>
        </p:nvSpPr>
        <p:spPr bwMode="auto">
          <a:xfrm>
            <a:off x="11290300"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Freeform 5">
            <a:extLst>
              <a:ext uri="{FF2B5EF4-FFF2-40B4-BE49-F238E27FC236}">
                <a16:creationId xmlns:a16="http://schemas.microsoft.com/office/drawing/2014/main" id="{CB08B145-8F37-4A8A-A4CE-4438007E168A}"/>
              </a:ext>
            </a:extLst>
          </p:cNvPr>
          <p:cNvSpPr>
            <a:spLocks/>
          </p:cNvSpPr>
          <p:nvPr userDrawn="1"/>
        </p:nvSpPr>
        <p:spPr bwMode="auto">
          <a:xfrm>
            <a:off x="11693525"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7" name="Freeform 5">
            <a:extLst>
              <a:ext uri="{FF2B5EF4-FFF2-40B4-BE49-F238E27FC236}">
                <a16:creationId xmlns:a16="http://schemas.microsoft.com/office/drawing/2014/main" id="{3B0D020A-90FC-400F-B7B5-63FC994068E4}"/>
              </a:ext>
            </a:extLst>
          </p:cNvPr>
          <p:cNvSpPr>
            <a:spLocks/>
          </p:cNvSpPr>
          <p:nvPr userDrawn="1"/>
        </p:nvSpPr>
        <p:spPr bwMode="auto">
          <a:xfrm>
            <a:off x="12096738" y="6263821"/>
            <a:ext cx="101092" cy="265431"/>
          </a:xfrm>
          <a:custGeom>
            <a:avLst/>
            <a:gdLst>
              <a:gd name="T0" fmla="*/ 0 w 314"/>
              <a:gd name="T1" fmla="*/ 1332 h 1332"/>
              <a:gd name="T2" fmla="*/ 0 w 314"/>
              <a:gd name="T3" fmla="*/ 1332 h 1332"/>
              <a:gd name="T4" fmla="*/ 314 w 314"/>
              <a:gd name="T5" fmla="*/ 1332 h 1332"/>
              <a:gd name="T6" fmla="*/ 314 w 314"/>
              <a:gd name="T7" fmla="*/ 0 h 1332"/>
              <a:gd name="T8" fmla="*/ 0 w 314"/>
              <a:gd name="T9" fmla="*/ 0 h 1332"/>
              <a:gd name="T10" fmla="*/ 0 w 314"/>
              <a:gd name="T11" fmla="*/ 1332 h 1332"/>
            </a:gdLst>
            <a:ahLst/>
            <a:cxnLst>
              <a:cxn ang="0">
                <a:pos x="T0" y="T1"/>
              </a:cxn>
              <a:cxn ang="0">
                <a:pos x="T2" y="T3"/>
              </a:cxn>
              <a:cxn ang="0">
                <a:pos x="T4" y="T5"/>
              </a:cxn>
              <a:cxn ang="0">
                <a:pos x="T6" y="T7"/>
              </a:cxn>
              <a:cxn ang="0">
                <a:pos x="T8" y="T9"/>
              </a:cxn>
              <a:cxn ang="0">
                <a:pos x="T10" y="T11"/>
              </a:cxn>
            </a:cxnLst>
            <a:rect l="0" t="0" r="r" b="b"/>
            <a:pathLst>
              <a:path w="314" h="1332">
                <a:moveTo>
                  <a:pt x="0" y="1332"/>
                </a:moveTo>
                <a:lnTo>
                  <a:pt x="0" y="1332"/>
                </a:lnTo>
                <a:lnTo>
                  <a:pt x="314" y="1332"/>
                </a:lnTo>
                <a:lnTo>
                  <a:pt x="314" y="0"/>
                </a:lnTo>
                <a:lnTo>
                  <a:pt x="0" y="0"/>
                </a:lnTo>
                <a:lnTo>
                  <a:pt x="0" y="1332"/>
                </a:lnTo>
                <a:close/>
              </a:path>
            </a:pathLst>
          </a:custGeom>
          <a:solidFill>
            <a:srgbClr val="D6D73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ttom Pattern Black">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a:t>Insert content here</a:t>
            </a:r>
          </a:p>
        </p:txBody>
      </p:sp>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a:t>Insert Text Here</a:t>
            </a:r>
          </a:p>
        </p:txBody>
      </p:sp>
      <p:pic>
        <p:nvPicPr>
          <p:cNvPr id="3" name="Picture 2">
            <a:extLst>
              <a:ext uri="{FF2B5EF4-FFF2-40B4-BE49-F238E27FC236}">
                <a16:creationId xmlns:a16="http://schemas.microsoft.com/office/drawing/2014/main" id="{9C8B4846-4E60-4E5B-9695-28F923D1D7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5400000">
            <a:off x="5753100" y="419100"/>
            <a:ext cx="685800" cy="12192000"/>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ottom Pattern White">
    <p:bg>
      <p:bgPr>
        <a:solidFill>
          <a:schemeClr val="tx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C00585D-E155-409A-899A-29BDF4E57FD3}"/>
              </a:ext>
            </a:extLst>
          </p:cNvPr>
          <p:cNvSpPr>
            <a:spLocks noGrp="1"/>
          </p:cNvSpPr>
          <p:nvPr>
            <p:ph type="title" hasCustomPrompt="1"/>
          </p:nvPr>
        </p:nvSpPr>
        <p:spPr>
          <a:xfrm>
            <a:off x="762000" y="716577"/>
            <a:ext cx="10668000" cy="615553"/>
          </a:xfrm>
          <a:noFill/>
        </p:spPr>
        <p:txBody>
          <a:bodyPr wrap="square" lIns="91440" tIns="0" rIns="91440" bIns="0" anchor="b" anchorCtr="0">
            <a:spAutoFit/>
          </a:bodyPr>
          <a:lstStyle>
            <a:lvl1pPr algn="l"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a:t>Insert text here</a:t>
            </a:r>
          </a:p>
        </p:txBody>
      </p:sp>
      <p:sp>
        <p:nvSpPr>
          <p:cNvPr id="5" name="Text Placeholder 4">
            <a:extLst>
              <a:ext uri="{FF2B5EF4-FFF2-40B4-BE49-F238E27FC236}">
                <a16:creationId xmlns:a16="http://schemas.microsoft.com/office/drawing/2014/main" id="{2D944D9B-AA15-4DB5-AE58-0FA514F6FE87}"/>
              </a:ext>
            </a:extLst>
          </p:cNvPr>
          <p:cNvSpPr>
            <a:spLocks noGrp="1"/>
          </p:cNvSpPr>
          <p:nvPr>
            <p:ph type="body" sz="quarter" idx="13" hasCustomPrompt="1"/>
          </p:nvPr>
        </p:nvSpPr>
        <p:spPr>
          <a:xfrm>
            <a:off x="762000" y="1790699"/>
            <a:ext cx="10668000" cy="685800"/>
          </a:xfrm>
          <a:prstGeom prst="rect">
            <a:avLst/>
          </a:prstGeom>
          <a:noFill/>
        </p:spPr>
        <p:txBody>
          <a:bodyPr wrap="square" lIns="91440" tIns="0" rIns="91440" bIns="0">
            <a:noAutofit/>
          </a:bodyPr>
          <a:lstStyle>
            <a:lvl1pPr marL="0" indent="0" algn="l">
              <a:spcBef>
                <a:spcPts val="0"/>
              </a:spcBef>
              <a:spcAft>
                <a:spcPts val="0"/>
              </a:spcAft>
              <a:buFont typeface="Arial" panose="020B0604020202020204" pitchFamily="34" charset="0"/>
              <a:buNone/>
              <a:defRPr lang="en-US" sz="1800" kern="1200" dirty="0">
                <a:solidFill>
                  <a:schemeClr val="bg2"/>
                </a:solidFill>
                <a:latin typeface="+mn-lt"/>
                <a:ea typeface="+mn-ea"/>
                <a:cs typeface="+mn-cs"/>
              </a:defRPr>
            </a:lvl1pPr>
          </a:lstStyle>
          <a:p>
            <a:pPr lvl="0"/>
            <a:r>
              <a:rPr lang="en-US"/>
              <a:t>Insert content here</a:t>
            </a:r>
          </a:p>
        </p:txBody>
      </p:sp>
      <p:pic>
        <p:nvPicPr>
          <p:cNvPr id="3" name="Picture 2">
            <a:extLst>
              <a:ext uri="{FF2B5EF4-FFF2-40B4-BE49-F238E27FC236}">
                <a16:creationId xmlns:a16="http://schemas.microsoft.com/office/drawing/2014/main" id="{8D8AAE41-A985-425A-934D-615BBE3602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5400000">
            <a:off x="5753100" y="419100"/>
            <a:ext cx="685800" cy="12192000"/>
          </a:xfrm>
          <a:prstGeom prst="rect">
            <a:avLst/>
          </a:prstGeom>
        </p:spPr>
      </p:pic>
    </p:spTree>
    <p:extLst>
      <p:ext uri="{BB962C8B-B14F-4D97-AF65-F5344CB8AC3E}">
        <p14:creationId xmlns:p14="http://schemas.microsoft.com/office/powerpoint/2010/main" val="249900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Pr>
        <a:solidFill>
          <a:schemeClr val="accent3"/>
        </a:solidFill>
        <a:effectLst/>
      </p:bgPr>
    </p:bg>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3E65ED86-A26C-479A-8393-0BFDCBCD43F2}"/>
              </a:ext>
            </a:extLst>
          </p:cNvPr>
          <p:cNvSpPr>
            <a:spLocks noGrp="1"/>
          </p:cNvSpPr>
          <p:nvPr>
            <p:ph type="body" sz="quarter" idx="13" hasCustomPrompt="1"/>
          </p:nvPr>
        </p:nvSpPr>
        <p:spPr>
          <a:xfrm>
            <a:off x="762000" y="1783952"/>
            <a:ext cx="10668000" cy="1111648"/>
          </a:xfrm>
          <a:prstGeom prst="rect">
            <a:avLst/>
          </a:prstGeom>
          <a:noFill/>
        </p:spPr>
        <p:txBody>
          <a:bodyPr wrap="square" lIns="91440" tIns="0" rIns="91440" bIns="0">
            <a:noAutofit/>
          </a:bodyPr>
          <a:lstStyle>
            <a:lvl1pPr marL="0" indent="0" algn="l">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
        <p:nvSpPr>
          <p:cNvPr id="2" name="Title 1">
            <a:extLst>
              <a:ext uri="{FF2B5EF4-FFF2-40B4-BE49-F238E27FC236}">
                <a16:creationId xmlns:a16="http://schemas.microsoft.com/office/drawing/2014/main" id="{AF513624-9AD4-4B61-B3D1-7B21213507C0}"/>
              </a:ext>
            </a:extLst>
          </p:cNvPr>
          <p:cNvSpPr>
            <a:spLocks noGrp="1"/>
          </p:cNvSpPr>
          <p:nvPr>
            <p:ph type="title"/>
          </p:nvPr>
        </p:nvSpPr>
        <p:spPr>
          <a:xfrm>
            <a:off x="762000" y="715964"/>
            <a:ext cx="10591800" cy="646332"/>
          </a:xfrm>
        </p:spPr>
        <p:txBody>
          <a:bodyPr>
            <a:noAutofit/>
          </a:bodyPr>
          <a:lstStyle>
            <a:lvl1pPr>
              <a:spcBef>
                <a:spcPts val="1000"/>
              </a:spcBef>
              <a:defRPr sz="4000" b="1"/>
            </a:lvl1pPr>
          </a:lstStyle>
          <a:p>
            <a:r>
              <a:rPr lang="en-US"/>
              <a:t>Click to edit Master title style</a:t>
            </a:r>
            <a:endParaRPr lang="en-US" dirty="0"/>
          </a:p>
        </p:txBody>
      </p:sp>
    </p:spTree>
    <p:extLst>
      <p:ext uri="{BB962C8B-B14F-4D97-AF65-F5344CB8AC3E}">
        <p14:creationId xmlns:p14="http://schemas.microsoft.com/office/powerpoint/2010/main" val="1422917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1B9BC-7BE7-4893-90FD-CC95830FD8F2}" type="datetimeFigureOut">
              <a:rPr lang="en-US" smtClean="0"/>
              <a:t>11/4/25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15270E-046A-4C23-BC98-E307A7DD6BE8}" type="slidenum">
              <a:rPr lang="en-US" smtClean="0"/>
              <a:t>‹#›</a:t>
            </a:fld>
            <a:endParaRPr lang="en-US" dirty="0"/>
          </a:p>
        </p:txBody>
      </p:sp>
    </p:spTree>
    <p:extLst>
      <p:ext uri="{BB962C8B-B14F-4D97-AF65-F5344CB8AC3E}">
        <p14:creationId xmlns:p14="http://schemas.microsoft.com/office/powerpoint/2010/main" val="4137841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11AF9-0BC9-3739-55DB-25636EE7FA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B52F9B-8B13-F079-AE8A-3085B7A249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C338CB-9716-AFE1-A4BA-09073F4BCCE1}"/>
              </a:ext>
            </a:extLst>
          </p:cNvPr>
          <p:cNvSpPr>
            <a:spLocks noGrp="1"/>
          </p:cNvSpPr>
          <p:nvPr>
            <p:ph type="dt" sz="half" idx="10"/>
          </p:nvPr>
        </p:nvSpPr>
        <p:spPr/>
        <p:txBody>
          <a:bodyPr/>
          <a:lstStyle/>
          <a:p>
            <a:fld id="{184BC8AF-6BA5-4494-A4F4-411E8E82D435}" type="datetimeFigureOut">
              <a:rPr lang="en-US" smtClean="0"/>
              <a:t>11/4/25</a:t>
            </a:fld>
            <a:endParaRPr lang="en-US"/>
          </a:p>
        </p:txBody>
      </p:sp>
      <p:sp>
        <p:nvSpPr>
          <p:cNvPr id="5" name="Footer Placeholder 4">
            <a:extLst>
              <a:ext uri="{FF2B5EF4-FFF2-40B4-BE49-F238E27FC236}">
                <a16:creationId xmlns:a16="http://schemas.microsoft.com/office/drawing/2014/main" id="{D0900656-DE6A-D991-B154-533E9789D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4E6FD1-694B-DCDD-4CEA-60348C3933C4}"/>
              </a:ext>
            </a:extLst>
          </p:cNvPr>
          <p:cNvSpPr>
            <a:spLocks noGrp="1"/>
          </p:cNvSpPr>
          <p:nvPr>
            <p:ph type="sldNum" sz="quarter" idx="12"/>
          </p:nvPr>
        </p:nvSpPr>
        <p:spPr/>
        <p:txBody>
          <a:bodyPr/>
          <a:lstStyle/>
          <a:p>
            <a:fld id="{021B0764-39E0-4E01-8FE6-118F7428C64D}" type="slidenum">
              <a:rPr lang="en-US" smtClean="0"/>
              <a:t>‹#›</a:t>
            </a:fld>
            <a:endParaRPr lang="en-US"/>
          </a:p>
        </p:txBody>
      </p:sp>
    </p:spTree>
    <p:extLst>
      <p:ext uri="{BB962C8B-B14F-4D97-AF65-F5344CB8AC3E}">
        <p14:creationId xmlns:p14="http://schemas.microsoft.com/office/powerpoint/2010/main" val="2066890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64696-E1F3-49EF-AEC8-730A16D9A23F}" type="datetimeFigureOut">
              <a:rPr lang="en-US" altLang="en-US" smtClean="0"/>
              <a:pPr/>
              <a:t>11/4/25</a:t>
            </a:fld>
            <a:endParaRPr lang="en-US"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2A1B0-4691-41D9-84E0-69D594EAA3FE}" type="slidenum">
              <a:rPr lang="en-US" altLang="en-US" smtClean="0"/>
              <a:pPr/>
              <a:t>‹#›</a:t>
            </a:fld>
            <a:endParaRPr lang="en-US" altLang="en-US" dirty="0"/>
          </a:p>
        </p:txBody>
      </p:sp>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88" r:id="rId2"/>
    <p:sldLayoutId id="2147483702" r:id="rId3"/>
    <p:sldLayoutId id="2147483699" r:id="rId4"/>
    <p:sldLayoutId id="2147483701" r:id="rId5"/>
    <p:sldLayoutId id="2147483700" r:id="rId6"/>
    <p:sldLayoutId id="2147483703" r:id="rId7"/>
    <p:sldLayoutId id="2147483690" r:id="rId8"/>
    <p:sldLayoutId id="2147483704" r:id="rId9"/>
    <p:sldLayoutId id="2147483691" r:id="rId10"/>
    <p:sldLayoutId id="2147483694" r:id="rId11"/>
    <p:sldLayoutId id="214748370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hyperlink" Target="https://overlayfactsheet.com/"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40.sv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hyperlink" Target="https://twitter.com/MSFTEnable" TargetMode="External"/><Relationship Id="rId13" Type="http://schemas.openxmlformats.org/officeDocument/2006/relationships/hyperlink" Target="https://section508coordinators.github.io/TrustedTester/" TargetMode="External"/><Relationship Id="rId3" Type="http://schemas.openxmlformats.org/officeDocument/2006/relationships/hyperlink" Target="https://accessibilityinsights.io/" TargetMode="External"/><Relationship Id="rId7" Type="http://schemas.openxmlformats.org/officeDocument/2006/relationships/hyperlink" Target="https://www.microsoft.com/en-us/accessibility" TargetMode="External"/><Relationship Id="rId12" Type="http://schemas.openxmlformats.org/officeDocument/2006/relationships/hyperlink" Target="https://ictbaseline.access-board.gov/"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hyperlink" Target="https://dequeuniversity.com/screenreaders/narrator-keyboard-shortcuts" TargetMode="External"/><Relationship Id="rId11" Type="http://schemas.openxmlformats.org/officeDocument/2006/relationships/hyperlink" Target="https://developer.visa.com/pages/accessibility" TargetMode="External"/><Relationship Id="rId5" Type="http://schemas.openxmlformats.org/officeDocument/2006/relationships/hyperlink" Target="https://dequeuniversity.com/screenreaders/nvda-keyboard-shortcuts" TargetMode="External"/><Relationship Id="rId15" Type="http://schemas.openxmlformats.org/officeDocument/2006/relationships/hyperlink" Target="https://www.w3.org/WAI/policies/" TargetMode="External"/><Relationship Id="rId10" Type="http://schemas.openxmlformats.org/officeDocument/2006/relationships/hyperlink" Target="https://www.ssa.gov/accessibility/andi/help/install.html" TargetMode="External"/><Relationship Id="rId4" Type="http://schemas.openxmlformats.org/officeDocument/2006/relationships/hyperlink" Target="https://www.nvaccess.org/" TargetMode="External"/><Relationship Id="rId9" Type="http://schemas.openxmlformats.org/officeDocument/2006/relationships/hyperlink" Target="https://docs.microsoft.com/en-us/learn/paths/accessibility-fundamentals/" TargetMode="External"/><Relationship Id="rId14" Type="http://schemas.openxmlformats.org/officeDocument/2006/relationships/hyperlink" Target="https://www.section508.gov/manage/laws-and-polici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D7168-C9C0-7A16-CD36-D3EBF3C73171}"/>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lang="en-US" sz="3700" kern="1200">
                <a:solidFill>
                  <a:srgbClr val="FFFFFF"/>
                </a:solidFill>
                <a:latin typeface="+mj-lt"/>
                <a:ea typeface="+mj-ea"/>
                <a:cs typeface="+mj-cs"/>
              </a:rPr>
              <a:t>Thank you, TechBash 2025 Sponsors!</a:t>
            </a:r>
          </a:p>
        </p:txBody>
      </p:sp>
      <p:sp>
        <p:nvSpPr>
          <p:cNvPr id="5" name="TextBox 4">
            <a:extLst>
              <a:ext uri="{FF2B5EF4-FFF2-40B4-BE49-F238E27FC236}">
                <a16:creationId xmlns:a16="http://schemas.microsoft.com/office/drawing/2014/main" id="{AAEE831B-FC20-9514-35AB-E4F2CE8EE61F}"/>
              </a:ext>
            </a:extLst>
          </p:cNvPr>
          <p:cNvSpPr txBox="1"/>
          <p:nvPr/>
        </p:nvSpPr>
        <p:spPr>
          <a:xfrm>
            <a:off x="8456522" y="5633765"/>
            <a:ext cx="3408555" cy="873612"/>
          </a:xfrm>
          <a:prstGeom prst="rect">
            <a:avLst/>
          </a:prstGeom>
        </p:spPr>
        <p:txBody>
          <a:bodyPr vert="horz" lIns="91440" tIns="45720" rIns="91440" bIns="45720" rtlCol="0" anchor="ctr">
            <a:normAutofit/>
          </a:bodyPr>
          <a:lstStyle/>
          <a:p>
            <a:pPr>
              <a:lnSpc>
                <a:spcPct val="90000"/>
              </a:lnSpc>
              <a:spcBef>
                <a:spcPts val="1000"/>
              </a:spcBef>
            </a:pPr>
            <a:r>
              <a:rPr lang="en-US" sz="1700" kern="1200">
                <a:solidFill>
                  <a:srgbClr val="FFFFFF"/>
                </a:solidFill>
                <a:latin typeface="+mn-lt"/>
                <a:ea typeface="+mn-ea"/>
                <a:cs typeface="+mn-cs"/>
              </a:rPr>
              <a:t>2025 Speaker sponsors: Redgate, Uno Platform, Geneca</a:t>
            </a:r>
          </a:p>
        </p:txBody>
      </p:sp>
      <p:pic>
        <p:nvPicPr>
          <p:cNvPr id="4" name="Picture 3" descr="A group of logos with text&#10;&#10;AI-generated content may be incorrect.">
            <a:extLst>
              <a:ext uri="{FF2B5EF4-FFF2-40B4-BE49-F238E27FC236}">
                <a16:creationId xmlns:a16="http://schemas.microsoft.com/office/drawing/2014/main" id="{3A13E3EA-FB4C-BB5E-36C6-215C3D5CB81A}"/>
              </a:ext>
            </a:extLst>
          </p:cNvPr>
          <p:cNvPicPr>
            <a:picLocks noChangeAspect="1"/>
          </p:cNvPicPr>
          <p:nvPr/>
        </p:nvPicPr>
        <p:blipFill>
          <a:blip r:embed="rId2"/>
          <a:stretch/>
        </p:blipFill>
        <p:spPr>
          <a:xfrm>
            <a:off x="478535" y="908779"/>
            <a:ext cx="11327549" cy="3483220"/>
          </a:xfrm>
          <a:prstGeom prst="rect">
            <a:avLst/>
          </a:prstGeom>
        </p:spPr>
      </p:pic>
    </p:spTree>
    <p:extLst>
      <p:ext uri="{BB962C8B-B14F-4D97-AF65-F5344CB8AC3E}">
        <p14:creationId xmlns:p14="http://schemas.microsoft.com/office/powerpoint/2010/main" val="1215593713"/>
      </p:ext>
    </p:extLst>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ctrTitle" idx="4294967295"/>
          </p:nvPr>
        </p:nvSpPr>
        <p:spPr>
          <a:xfrm>
            <a:off x="3525715" y="2311400"/>
            <a:ext cx="8666285" cy="2235200"/>
          </a:xfrm>
        </p:spPr>
        <p:txBody>
          <a:bodyPr anchor="ctr">
            <a:noAutofit/>
          </a:bodyPr>
          <a:lstStyle/>
          <a:p>
            <a:pPr algn="ctr" eaLnBrk="1" hangingPunct="1"/>
            <a:r>
              <a:rPr lang="en-US" altLang="en-US" b="1" dirty="0">
                <a:solidFill>
                  <a:srgbClr val="01C2D1"/>
                </a:solidFill>
              </a:rPr>
              <a:t>Introduction </a:t>
            </a:r>
            <a:r>
              <a:rPr lang="en-US" altLang="en-US" b="1" dirty="0">
                <a:solidFill>
                  <a:srgbClr val="FE4387"/>
                </a:solidFill>
              </a:rPr>
              <a:t>to </a:t>
            </a:r>
            <a:r>
              <a:rPr lang="en-US" altLang="en-US" b="1" dirty="0">
                <a:solidFill>
                  <a:srgbClr val="F69000"/>
                </a:solidFill>
              </a:rPr>
              <a:t>Accessibility</a:t>
            </a:r>
            <a:endParaRPr lang="en-US" altLang="en-US" b="1" dirty="0">
              <a:latin typeface="+mn-lt"/>
            </a:endParaRPr>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p:txBody>
          <a:bodyPr/>
          <a:lstStyle/>
          <a:p>
            <a:r>
              <a:rPr lang="en-US" dirty="0"/>
              <a:t>Disclaimer</a:t>
            </a:r>
          </a:p>
        </p:txBody>
      </p:sp>
      <p:sp>
        <p:nvSpPr>
          <p:cNvPr id="6" name="Text Placeholder 5">
            <a:extLst>
              <a:ext uri="{FF2B5EF4-FFF2-40B4-BE49-F238E27FC236}">
                <a16:creationId xmlns:a16="http://schemas.microsoft.com/office/drawing/2014/main" id="{7DCBA01B-ECA4-4938-872A-B38BEB13AC06}"/>
              </a:ext>
            </a:extLst>
          </p:cNvPr>
          <p:cNvSpPr>
            <a:spLocks noGrp="1"/>
          </p:cNvSpPr>
          <p:nvPr>
            <p:ph type="body" sz="quarter" idx="12"/>
          </p:nvPr>
        </p:nvSpPr>
        <p:spPr/>
        <p:txBody>
          <a:bodyPr/>
          <a:lstStyle/>
          <a:p>
            <a:r>
              <a:rPr lang="en-US" dirty="0"/>
              <a:t>Everything said here is my own opinions and not representative of my current or former employers.</a:t>
            </a:r>
          </a:p>
          <a:p>
            <a:endParaRPr lang="en-US" dirty="0"/>
          </a:p>
          <a:p>
            <a:r>
              <a:rPr lang="en-US" dirty="0"/>
              <a:t>While I will mention regulations, I am not able to provide legal representation/consultation.</a:t>
            </a:r>
          </a:p>
        </p:txBody>
      </p:sp>
    </p:spTree>
    <p:extLst>
      <p:ext uri="{BB962C8B-B14F-4D97-AF65-F5344CB8AC3E}">
        <p14:creationId xmlns:p14="http://schemas.microsoft.com/office/powerpoint/2010/main" val="80354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FED0B-8F76-413B-4E96-B433C356C22C}"/>
              </a:ext>
            </a:extLst>
          </p:cNvPr>
          <p:cNvSpPr>
            <a:spLocks noGrp="1"/>
          </p:cNvSpPr>
          <p:nvPr>
            <p:ph type="title"/>
          </p:nvPr>
        </p:nvSpPr>
        <p:spPr>
          <a:xfrm>
            <a:off x="854297" y="810611"/>
            <a:ext cx="9141397" cy="615553"/>
          </a:xfrm>
        </p:spPr>
        <p:txBody>
          <a:bodyPr/>
          <a:lstStyle/>
          <a:p>
            <a:pPr algn="l"/>
            <a:r>
              <a:rPr lang="en-US" dirty="0"/>
              <a:t>Agenda</a:t>
            </a:r>
          </a:p>
        </p:txBody>
      </p:sp>
      <p:sp>
        <p:nvSpPr>
          <p:cNvPr id="3" name="Text Placeholder 2">
            <a:extLst>
              <a:ext uri="{FF2B5EF4-FFF2-40B4-BE49-F238E27FC236}">
                <a16:creationId xmlns:a16="http://schemas.microsoft.com/office/drawing/2014/main" id="{A3AA5763-F7B4-D96B-F5A7-A0AE84E5A250}"/>
              </a:ext>
            </a:extLst>
          </p:cNvPr>
          <p:cNvSpPr>
            <a:spLocks noGrp="1"/>
          </p:cNvSpPr>
          <p:nvPr>
            <p:ph type="body" sz="quarter" idx="12"/>
          </p:nvPr>
        </p:nvSpPr>
        <p:spPr>
          <a:xfrm>
            <a:off x="854297" y="1957589"/>
            <a:ext cx="10942751" cy="4089800"/>
          </a:xfrm>
        </p:spPr>
        <p:txBody>
          <a:bodyPr/>
          <a:lstStyle/>
          <a:p>
            <a:pPr marL="285750" indent="-285750" algn="l">
              <a:spcBef>
                <a:spcPts val="1000"/>
              </a:spcBef>
              <a:buFont typeface="Arial" panose="020B0604020202020204" pitchFamily="34" charset="0"/>
              <a:buChar char="•"/>
            </a:pPr>
            <a:r>
              <a:rPr lang="en-US" sz="2400" b="1" dirty="0"/>
              <a:t>What is Accessibility?</a:t>
            </a:r>
          </a:p>
          <a:p>
            <a:pPr marL="285750" indent="-285750" algn="l">
              <a:spcBef>
                <a:spcPts val="1000"/>
              </a:spcBef>
              <a:buFont typeface="Arial" panose="020B0604020202020204" pitchFamily="34" charset="0"/>
              <a:buChar char="•"/>
            </a:pPr>
            <a:r>
              <a:rPr lang="en-US" sz="2400" b="1" dirty="0"/>
              <a:t>Accessibility Guidelines</a:t>
            </a:r>
          </a:p>
          <a:p>
            <a:pPr marL="285750" indent="-285750" algn="l">
              <a:spcBef>
                <a:spcPts val="1000"/>
              </a:spcBef>
              <a:buFont typeface="Arial" panose="020B0604020202020204" pitchFamily="34" charset="0"/>
              <a:buChar char="•"/>
            </a:pPr>
            <a:r>
              <a:rPr lang="en-US" sz="2400" b="1" dirty="0"/>
              <a:t>Accessibility Regulations</a:t>
            </a:r>
          </a:p>
          <a:p>
            <a:pPr marL="285750" indent="-285750" algn="l">
              <a:spcBef>
                <a:spcPts val="1000"/>
              </a:spcBef>
              <a:buFont typeface="Arial" panose="020B0604020202020204" pitchFamily="34" charset="0"/>
              <a:buChar char="•"/>
            </a:pPr>
            <a:r>
              <a:rPr lang="en-US" sz="2400" b="1" dirty="0"/>
              <a:t>Why care?</a:t>
            </a:r>
          </a:p>
          <a:p>
            <a:pPr marL="285750" indent="-285750" algn="l">
              <a:spcBef>
                <a:spcPts val="1000"/>
              </a:spcBef>
              <a:buFont typeface="Arial" panose="020B0604020202020204" pitchFamily="34" charset="0"/>
              <a:buChar char="•"/>
            </a:pPr>
            <a:r>
              <a:rPr lang="en-US" sz="2400" b="1" dirty="0"/>
              <a:t>What can you do?</a:t>
            </a:r>
          </a:p>
          <a:p>
            <a:pPr marL="285750" indent="-285750" algn="l">
              <a:spcBef>
                <a:spcPts val="1000"/>
              </a:spcBef>
              <a:buFont typeface="Arial" panose="020B0604020202020204" pitchFamily="34" charset="0"/>
              <a:buChar char="•"/>
            </a:pPr>
            <a:r>
              <a:rPr lang="en-US" sz="2400" b="1" dirty="0"/>
              <a:t>Tools and Resources</a:t>
            </a:r>
          </a:p>
        </p:txBody>
      </p:sp>
    </p:spTree>
    <p:extLst>
      <p:ext uri="{BB962C8B-B14F-4D97-AF65-F5344CB8AC3E}">
        <p14:creationId xmlns:p14="http://schemas.microsoft.com/office/powerpoint/2010/main" val="365742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p:txBody>
          <a:bodyPr/>
          <a:lstStyle/>
          <a:p>
            <a:r>
              <a:rPr lang="en-US" dirty="0">
                <a:solidFill>
                  <a:schemeClr val="tx1"/>
                </a:solidFill>
              </a:rPr>
              <a:t>What is Accessibility?</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761999" y="1648497"/>
            <a:ext cx="5334001" cy="4884188"/>
          </a:xfrm>
        </p:spPr>
        <p:txBody>
          <a:bodyPr>
            <a:normAutofit lnSpcReduction="10000"/>
          </a:bodyPr>
          <a:lstStyle/>
          <a:p>
            <a:r>
              <a:rPr lang="en-US" altLang="en-US" dirty="0">
                <a:solidFill>
                  <a:schemeClr val="tx1"/>
                </a:solidFill>
              </a:rPr>
              <a:t>A11y</a:t>
            </a:r>
          </a:p>
          <a:p>
            <a:pPr lvl="1"/>
            <a:r>
              <a:rPr lang="en-US" dirty="0" err="1">
                <a:solidFill>
                  <a:schemeClr val="tx1"/>
                </a:solidFill>
              </a:rPr>
              <a:t>Numeronym</a:t>
            </a:r>
            <a:endParaRPr lang="en-US" dirty="0">
              <a:solidFill>
                <a:schemeClr val="tx1"/>
              </a:solidFill>
            </a:endParaRPr>
          </a:p>
          <a:p>
            <a:r>
              <a:rPr lang="en-US" altLang="en-US" dirty="0">
                <a:solidFill>
                  <a:schemeClr val="tx1"/>
                </a:solidFill>
              </a:rPr>
              <a:t>Accessibility</a:t>
            </a:r>
          </a:p>
          <a:p>
            <a:pPr lvl="1"/>
            <a:r>
              <a:rPr lang="en-US" dirty="0">
                <a:solidFill>
                  <a:schemeClr val="tx1"/>
                </a:solidFill>
              </a:rPr>
              <a:t>Flexibility</a:t>
            </a:r>
            <a:endParaRPr lang="en-US" altLang="en-US" dirty="0">
              <a:solidFill>
                <a:schemeClr val="tx1"/>
              </a:solidFill>
            </a:endParaRPr>
          </a:p>
          <a:p>
            <a:r>
              <a:rPr lang="en-US" altLang="en-US" dirty="0">
                <a:solidFill>
                  <a:schemeClr val="tx1"/>
                </a:solidFill>
              </a:rPr>
              <a:t>Disability</a:t>
            </a:r>
          </a:p>
          <a:p>
            <a:pPr lvl="1"/>
            <a:r>
              <a:rPr lang="en-US" altLang="en-US" dirty="0">
                <a:solidFill>
                  <a:schemeClr val="tx1"/>
                </a:solidFill>
              </a:rPr>
              <a:t>Medical vs Social</a:t>
            </a:r>
          </a:p>
          <a:p>
            <a:pPr lvl="1"/>
            <a:r>
              <a:rPr lang="en-US" altLang="en-US" dirty="0">
                <a:solidFill>
                  <a:schemeClr val="tx1"/>
                </a:solidFill>
              </a:rPr>
              <a:t>Visibility</a:t>
            </a:r>
          </a:p>
          <a:p>
            <a:pPr lvl="1"/>
            <a:r>
              <a:rPr lang="en-US" altLang="en-US" dirty="0">
                <a:solidFill>
                  <a:schemeClr val="tx1"/>
                </a:solidFill>
              </a:rPr>
              <a:t>Duration</a:t>
            </a:r>
          </a:p>
          <a:p>
            <a:pPr lvl="1"/>
            <a:r>
              <a:rPr lang="en-US" altLang="en-US" dirty="0">
                <a:solidFill>
                  <a:schemeClr val="tx1"/>
                </a:solidFill>
              </a:rPr>
              <a:t>Area of Impact</a:t>
            </a:r>
          </a:p>
          <a:p>
            <a:r>
              <a:rPr lang="en-US" altLang="en-US" dirty="0">
                <a:solidFill>
                  <a:schemeClr val="tx1"/>
                </a:solidFill>
              </a:rPr>
              <a:t>Disabled</a:t>
            </a:r>
          </a:p>
          <a:p>
            <a:pPr marL="342900" indent="-342900">
              <a:buFont typeface="Arial" panose="020B0604020202020204" pitchFamily="34" charset="0"/>
              <a:buChar char="•"/>
            </a:pPr>
            <a:r>
              <a:rPr lang="en-US" altLang="en-US" sz="1800" b="0" dirty="0">
                <a:solidFill>
                  <a:schemeClr val="tx1"/>
                </a:solidFill>
              </a:rPr>
              <a:t>Permanent / Temporary / Intermittent</a:t>
            </a:r>
          </a:p>
          <a:p>
            <a:r>
              <a:rPr lang="en-US" altLang="en-US" dirty="0">
                <a:solidFill>
                  <a:schemeClr val="tx1"/>
                </a:solidFill>
              </a:rPr>
              <a:t>Assistive Technology</a:t>
            </a:r>
          </a:p>
          <a:p>
            <a:pPr lvl="1"/>
            <a:r>
              <a:rPr lang="en-US" dirty="0">
                <a:solidFill>
                  <a:schemeClr val="tx1"/>
                </a:solidFill>
              </a:rPr>
              <a:t>Low tech v High Tech</a:t>
            </a:r>
            <a:endParaRPr lang="en-US" altLang="en-US" dirty="0">
              <a:solidFill>
                <a:schemeClr val="tx1"/>
              </a:solidFill>
            </a:endParaRPr>
          </a:p>
        </p:txBody>
      </p:sp>
      <p:pic>
        <p:nvPicPr>
          <p:cNvPr id="4" name="Graphic 3">
            <a:extLst>
              <a:ext uri="{FF2B5EF4-FFF2-40B4-BE49-F238E27FC236}">
                <a16:creationId xmlns:a16="http://schemas.microsoft.com/office/drawing/2014/main" id="{D780B2BB-1C9B-167B-9BC9-C4FED8F56379}"/>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7321" y="4392449"/>
            <a:ext cx="1657287" cy="1657287"/>
          </a:xfrm>
          <a:prstGeom prst="rect">
            <a:avLst/>
          </a:prstGeom>
        </p:spPr>
      </p:pic>
      <p:pic>
        <p:nvPicPr>
          <p:cNvPr id="6" name="Graphic 5">
            <a:extLst>
              <a:ext uri="{FF2B5EF4-FFF2-40B4-BE49-F238E27FC236}">
                <a16:creationId xmlns:a16="http://schemas.microsoft.com/office/drawing/2014/main" id="{1E465F69-F971-0588-A0FB-E8113D63FD8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59404" y="1904999"/>
            <a:ext cx="1657287" cy="560553"/>
          </a:xfrm>
          <a:prstGeom prst="rect">
            <a:avLst/>
          </a:prstGeom>
        </p:spPr>
      </p:pic>
      <p:pic>
        <p:nvPicPr>
          <p:cNvPr id="9" name="Graphic 8">
            <a:extLst>
              <a:ext uri="{FF2B5EF4-FFF2-40B4-BE49-F238E27FC236}">
                <a16:creationId xmlns:a16="http://schemas.microsoft.com/office/drawing/2014/main" id="{57D0726E-FE3A-E753-6A8B-990346B1F5C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04711" y="3194"/>
            <a:ext cx="1312599" cy="2723643"/>
          </a:xfrm>
          <a:prstGeom prst="rect">
            <a:avLst/>
          </a:prstGeom>
        </p:spPr>
      </p:pic>
      <p:pic>
        <p:nvPicPr>
          <p:cNvPr id="11" name="Graphic 10">
            <a:extLst>
              <a:ext uri="{FF2B5EF4-FFF2-40B4-BE49-F238E27FC236}">
                <a16:creationId xmlns:a16="http://schemas.microsoft.com/office/drawing/2014/main" id="{8CB1D3E9-0A8A-3E4D-6863-341E25039802}"/>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00752" y="4313582"/>
            <a:ext cx="1287295" cy="2544418"/>
          </a:xfrm>
          <a:prstGeom prst="rect">
            <a:avLst/>
          </a:prstGeom>
        </p:spPr>
      </p:pic>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p:txBody>
          <a:bodyPr/>
          <a:lstStyle/>
          <a:p>
            <a:r>
              <a:rPr lang="en-US" dirty="0">
                <a:solidFill>
                  <a:schemeClr val="tx1"/>
                </a:solidFill>
              </a:rPr>
              <a:t>Accessibility Guidelines</a:t>
            </a:r>
          </a:p>
        </p:txBody>
      </p:sp>
      <p:graphicFrame>
        <p:nvGraphicFramePr>
          <p:cNvPr id="7" name="Group 85">
            <a:extLst>
              <a:ext uri="{FF2B5EF4-FFF2-40B4-BE49-F238E27FC236}">
                <a16:creationId xmlns:a16="http://schemas.microsoft.com/office/drawing/2014/main" id="{AD3D3348-39B0-440D-88BE-1A8FA9891931}"/>
              </a:ext>
            </a:extLst>
          </p:cNvPr>
          <p:cNvGraphicFramePr>
            <a:graphicFrameLocks/>
          </p:cNvGraphicFramePr>
          <p:nvPr>
            <p:extLst>
              <p:ext uri="{D42A27DB-BD31-4B8C-83A1-F6EECF244321}">
                <p14:modId xmlns:p14="http://schemas.microsoft.com/office/powerpoint/2010/main" val="3383458733"/>
              </p:ext>
            </p:extLst>
          </p:nvPr>
        </p:nvGraphicFramePr>
        <p:xfrm>
          <a:off x="1645181" y="2762059"/>
          <a:ext cx="8890000" cy="2286000"/>
        </p:xfrm>
        <a:graphic>
          <a:graphicData uri="http://schemas.openxmlformats.org/drawingml/2006/table">
            <a:tbl>
              <a:tblPr firstRow="1"/>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tblGrid>
              <a:tr h="54864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WCAG</a:t>
                      </a:r>
                    </a:p>
                  </a:txBody>
                  <a:tcPr anchor="ctr"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ATAG</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UAAG</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ARIA</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PDF/UA</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3736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5" name="Graphic 4">
            <a:extLst>
              <a:ext uri="{FF2B5EF4-FFF2-40B4-BE49-F238E27FC236}">
                <a16:creationId xmlns:a16="http://schemas.microsoft.com/office/drawing/2014/main" id="{E9CD675D-590F-EBA4-0043-2F6DAF56FEB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76004" y="3429000"/>
            <a:ext cx="914400" cy="914400"/>
          </a:xfrm>
          <a:prstGeom prst="rect">
            <a:avLst/>
          </a:prstGeom>
        </p:spPr>
      </p:pic>
      <p:pic>
        <p:nvPicPr>
          <p:cNvPr id="3" name="Graphic 2">
            <a:extLst>
              <a:ext uri="{FF2B5EF4-FFF2-40B4-BE49-F238E27FC236}">
                <a16:creationId xmlns:a16="http://schemas.microsoft.com/office/drawing/2014/main" id="{AF0B3187-D0F8-F345-5AEA-DE4CB23E8FD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80338" y="3429000"/>
            <a:ext cx="914400" cy="914400"/>
          </a:xfrm>
          <a:prstGeom prst="rect">
            <a:avLst/>
          </a:prstGeom>
        </p:spPr>
      </p:pic>
      <p:pic>
        <p:nvPicPr>
          <p:cNvPr id="8" name="Graphic 7">
            <a:extLst>
              <a:ext uri="{FF2B5EF4-FFF2-40B4-BE49-F238E27FC236}">
                <a16:creationId xmlns:a16="http://schemas.microsoft.com/office/drawing/2014/main" id="{15032F1E-8A09-6E21-882B-6A895FD204E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70953" y="3429000"/>
            <a:ext cx="914400" cy="914400"/>
          </a:xfrm>
          <a:prstGeom prst="rect">
            <a:avLst/>
          </a:prstGeom>
        </p:spPr>
      </p:pic>
      <p:pic>
        <p:nvPicPr>
          <p:cNvPr id="10" name="Graphic 9">
            <a:extLst>
              <a:ext uri="{FF2B5EF4-FFF2-40B4-BE49-F238E27FC236}">
                <a16:creationId xmlns:a16="http://schemas.microsoft.com/office/drawing/2014/main" id="{8F04F092-3126-06F5-A3FF-C9E9CF36BDF5}"/>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1568" y="3429000"/>
            <a:ext cx="914400" cy="914400"/>
          </a:xfrm>
          <a:prstGeom prst="rect">
            <a:avLst/>
          </a:prstGeom>
        </p:spPr>
      </p:pic>
      <p:pic>
        <p:nvPicPr>
          <p:cNvPr id="12" name="Picture 11">
            <a:extLst>
              <a:ext uri="{FF2B5EF4-FFF2-40B4-BE49-F238E27FC236}">
                <a16:creationId xmlns:a16="http://schemas.microsoft.com/office/drawing/2014/main" id="{2ECF7EC4-8FBB-995F-AB0F-45317C8086C2}"/>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252183" y="3429000"/>
            <a:ext cx="845566" cy="1040046"/>
          </a:xfrm>
          <a:prstGeom prst="rect">
            <a:avLst/>
          </a:prstGeom>
        </p:spPr>
      </p:pic>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a:extLst>
            <a:ext uri="{FF2B5EF4-FFF2-40B4-BE49-F238E27FC236}">
              <a16:creationId xmlns:a16="http://schemas.microsoft.com/office/drawing/2014/main" id="{4B239345-41FB-DC50-A88D-5C75E5945F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C8F3CC-1CC6-659D-1617-10C3855A4EA5}"/>
              </a:ext>
            </a:extLst>
          </p:cNvPr>
          <p:cNvSpPr>
            <a:spLocks noGrp="1"/>
          </p:cNvSpPr>
          <p:nvPr>
            <p:ph type="title"/>
          </p:nvPr>
        </p:nvSpPr>
        <p:spPr/>
        <p:txBody>
          <a:bodyPr/>
          <a:lstStyle/>
          <a:p>
            <a:r>
              <a:rPr lang="en-US" dirty="0">
                <a:solidFill>
                  <a:schemeClr val="tx1"/>
                </a:solidFill>
              </a:rPr>
              <a:t>Accessibility Regulations</a:t>
            </a:r>
          </a:p>
        </p:txBody>
      </p:sp>
      <p:graphicFrame>
        <p:nvGraphicFramePr>
          <p:cNvPr id="7" name="Group 85">
            <a:extLst>
              <a:ext uri="{FF2B5EF4-FFF2-40B4-BE49-F238E27FC236}">
                <a16:creationId xmlns:a16="http://schemas.microsoft.com/office/drawing/2014/main" id="{B41746D4-D153-E411-290E-5A39C90AFC2E}"/>
              </a:ext>
            </a:extLst>
          </p:cNvPr>
          <p:cNvGraphicFramePr>
            <a:graphicFrameLocks/>
          </p:cNvGraphicFramePr>
          <p:nvPr>
            <p:extLst>
              <p:ext uri="{D42A27DB-BD31-4B8C-83A1-F6EECF244321}">
                <p14:modId xmlns:p14="http://schemas.microsoft.com/office/powerpoint/2010/main" val="1160417343"/>
              </p:ext>
            </p:extLst>
          </p:nvPr>
        </p:nvGraphicFramePr>
        <p:xfrm>
          <a:off x="4318000" y="2561092"/>
          <a:ext cx="3556000" cy="2286000"/>
        </p:xfrm>
        <a:graphic>
          <a:graphicData uri="http://schemas.openxmlformats.org/drawingml/2006/table">
            <a:tbl>
              <a:tblPr firstRow="1"/>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tblGrid>
              <a:tr h="54864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Section 508</a:t>
                      </a:r>
                    </a:p>
                  </a:txBody>
                  <a:tcPr anchor="ctr"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r>
                        <a:rPr kumimoji="0" lang="en-US" sz="1400" b="1" i="0" u="none" strike="noStrike" cap="none" normalizeH="0" baseline="0" dirty="0">
                          <a:ln>
                            <a:noFill/>
                          </a:ln>
                          <a:solidFill>
                            <a:schemeClr val="tx1"/>
                          </a:solidFill>
                          <a:effectLst/>
                          <a:latin typeface="+mn-lt"/>
                        </a:rPr>
                        <a:t>ADA</a:t>
                      </a:r>
                    </a:p>
                  </a:txBody>
                  <a:tcPr anchor="ctr"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3736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28575" cap="flat" cmpd="sng" algn="ctr">
                      <a:no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tabLst/>
                      </a:pPr>
                      <a:endParaRPr kumimoji="0" lang="en-US" sz="1400" b="0" i="0" u="none" strike="noStrike" cap="none" normalizeH="0" baseline="0" dirty="0">
                        <a:ln>
                          <a:noFill/>
                        </a:ln>
                        <a:solidFill>
                          <a:schemeClr val="tx1"/>
                        </a:solidFill>
                        <a:effectLst/>
                        <a:latin typeface="+mn-lt"/>
                      </a:endParaRPr>
                    </a:p>
                  </a:txBody>
                  <a:tcPr marT="182880" horzOverflow="overflow">
                    <a:lnL w="6350" cap="flat" cmpd="sng" algn="ctr">
                      <a:solidFill>
                        <a:schemeClr val="tx2">
                          <a:lumMod val="90000"/>
                        </a:schemeClr>
                      </a:solidFill>
                      <a:prstDash val="solid"/>
                      <a:round/>
                      <a:headEnd type="none" w="med" len="med"/>
                      <a:tailEnd type="none" w="med" len="med"/>
                    </a:lnL>
                    <a:lnR w="6350" cap="flat" cmpd="sng" algn="ctr">
                      <a:solidFill>
                        <a:schemeClr val="tx2">
                          <a:lumMod val="90000"/>
                        </a:schemeClr>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6" name="Graphic 5">
            <a:extLst>
              <a:ext uri="{FF2B5EF4-FFF2-40B4-BE49-F238E27FC236}">
                <a16:creationId xmlns:a16="http://schemas.microsoft.com/office/drawing/2014/main" id="{517AF512-EEAF-ACB3-D959-6E1A99E03AF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4835" y="3152670"/>
            <a:ext cx="914400" cy="914400"/>
          </a:xfrm>
          <a:prstGeom prst="rect">
            <a:avLst/>
          </a:prstGeom>
        </p:spPr>
      </p:pic>
      <p:pic>
        <p:nvPicPr>
          <p:cNvPr id="11" name="Graphic 10">
            <a:extLst>
              <a:ext uri="{FF2B5EF4-FFF2-40B4-BE49-F238E27FC236}">
                <a16:creationId xmlns:a16="http://schemas.microsoft.com/office/drawing/2014/main" id="{21E20D55-A759-D902-8172-23E8970B949C}"/>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2767" y="3152670"/>
            <a:ext cx="914400" cy="914400"/>
          </a:xfrm>
          <a:prstGeom prst="rect">
            <a:avLst/>
          </a:prstGeom>
        </p:spPr>
      </p:pic>
    </p:spTree>
    <p:extLst>
      <p:ext uri="{BB962C8B-B14F-4D97-AF65-F5344CB8AC3E}">
        <p14:creationId xmlns:p14="http://schemas.microsoft.com/office/powerpoint/2010/main" val="3172165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4004F6-2668-4FC1-838D-4ECB627E3359}"/>
              </a:ext>
            </a:extLst>
          </p:cNvPr>
          <p:cNvSpPr>
            <a:spLocks noGrp="1"/>
          </p:cNvSpPr>
          <p:nvPr>
            <p:ph type="title"/>
          </p:nvPr>
        </p:nvSpPr>
        <p:spPr>
          <a:xfrm>
            <a:off x="0" y="-942108"/>
            <a:ext cx="6096000" cy="1219200"/>
          </a:xfrm>
        </p:spPr>
        <p:txBody>
          <a:bodyPr/>
          <a:lstStyle/>
          <a:p>
            <a:r>
              <a:rPr lang="en-US" dirty="0"/>
              <a:t>Why care?</a:t>
            </a:r>
          </a:p>
        </p:txBody>
      </p:sp>
      <p:grpSp>
        <p:nvGrpSpPr>
          <p:cNvPr id="18" name="Group 17">
            <a:extLst>
              <a:ext uri="{FF2B5EF4-FFF2-40B4-BE49-F238E27FC236}">
                <a16:creationId xmlns:a16="http://schemas.microsoft.com/office/drawing/2014/main" id="{15E11FB1-136D-F9C2-C7DF-6A986EB60C2A}"/>
              </a:ext>
            </a:extLst>
          </p:cNvPr>
          <p:cNvGrpSpPr/>
          <p:nvPr/>
        </p:nvGrpSpPr>
        <p:grpSpPr>
          <a:xfrm>
            <a:off x="0" y="2845017"/>
            <a:ext cx="3962400" cy="3497418"/>
            <a:chOff x="7872208" y="792480"/>
            <a:chExt cx="1914525" cy="1724025"/>
          </a:xfrm>
        </p:grpSpPr>
        <p:grpSp>
          <p:nvGrpSpPr>
            <p:cNvPr id="15" name="Group 14">
              <a:extLst>
                <a:ext uri="{FF2B5EF4-FFF2-40B4-BE49-F238E27FC236}">
                  <a16:creationId xmlns:a16="http://schemas.microsoft.com/office/drawing/2014/main" id="{B9F8EC76-B97E-962C-B937-631CEA2E919C}"/>
                </a:ext>
              </a:extLst>
            </p:cNvPr>
            <p:cNvGrpSpPr/>
            <p:nvPr/>
          </p:nvGrpSpPr>
          <p:grpSpPr>
            <a:xfrm>
              <a:off x="7872208" y="792480"/>
              <a:ext cx="1914525" cy="1724025"/>
              <a:chOff x="7872208" y="781050"/>
              <a:chExt cx="1914525" cy="1724025"/>
            </a:xfrm>
          </p:grpSpPr>
          <p:pic>
            <p:nvPicPr>
              <p:cNvPr id="7" name="Graphic 6" descr="Woman raising hands">
                <a:extLst>
                  <a:ext uri="{FF2B5EF4-FFF2-40B4-BE49-F238E27FC236}">
                    <a16:creationId xmlns:a16="http://schemas.microsoft.com/office/drawing/2014/main" id="{67280BF0-D357-089E-492A-CA036D77CA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72208" y="1304925"/>
                <a:ext cx="1914525" cy="1200150"/>
              </a:xfrm>
              <a:prstGeom prst="rect">
                <a:avLst/>
              </a:prstGeom>
            </p:spPr>
          </p:pic>
          <p:pic>
            <p:nvPicPr>
              <p:cNvPr id="13" name="Graphic 12" descr="Woman with long hair">
                <a:extLst>
                  <a:ext uri="{FF2B5EF4-FFF2-40B4-BE49-F238E27FC236}">
                    <a16:creationId xmlns:a16="http://schemas.microsoft.com/office/drawing/2014/main" id="{0EF2B3EB-465B-4DB0-99AA-CB9688C397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83019" y="781050"/>
                <a:ext cx="942975" cy="1047750"/>
              </a:xfrm>
              <a:prstGeom prst="rect">
                <a:avLst/>
              </a:prstGeom>
            </p:spPr>
          </p:pic>
        </p:grpSp>
        <p:pic>
          <p:nvPicPr>
            <p:cNvPr id="17" name="Graphic 16" descr="A bored face">
              <a:extLst>
                <a:ext uri="{FF2B5EF4-FFF2-40B4-BE49-F238E27FC236}">
                  <a16:creationId xmlns:a16="http://schemas.microsoft.com/office/drawing/2014/main" id="{6090E2D9-BAB0-8BD0-C9AC-DCA7C5BDBC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82990" y="1044373"/>
              <a:ext cx="325516" cy="427240"/>
            </a:xfrm>
            <a:prstGeom prst="rect">
              <a:avLst/>
            </a:prstGeom>
          </p:spPr>
        </p:pic>
      </p:grpSp>
      <p:pic>
        <p:nvPicPr>
          <p:cNvPr id="20" name="Graphic 19" descr="Curly haired woman raising hand">
            <a:extLst>
              <a:ext uri="{FF2B5EF4-FFF2-40B4-BE49-F238E27FC236}">
                <a16:creationId xmlns:a16="http://schemas.microsoft.com/office/drawing/2014/main" id="{877637E3-3562-CA99-44B3-E0E0035427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flipH="1">
            <a:off x="9204128" y="3137819"/>
            <a:ext cx="2451365" cy="3101727"/>
          </a:xfrm>
          <a:prstGeom prst="rect">
            <a:avLst/>
          </a:prstGeom>
        </p:spPr>
      </p:pic>
      <p:sp>
        <p:nvSpPr>
          <p:cNvPr id="24" name="Graphic 22" descr="Speech with solid fill">
            <a:extLst>
              <a:ext uri="{FF2B5EF4-FFF2-40B4-BE49-F238E27FC236}">
                <a16:creationId xmlns:a16="http://schemas.microsoft.com/office/drawing/2014/main" id="{68F0C341-FCA4-C958-00C4-20C1FA031B6D}"/>
              </a:ext>
            </a:extLst>
          </p:cNvPr>
          <p:cNvSpPr/>
          <p:nvPr/>
        </p:nvSpPr>
        <p:spPr>
          <a:xfrm>
            <a:off x="6224155" y="883227"/>
            <a:ext cx="4360328" cy="3024541"/>
          </a:xfrm>
          <a:custGeom>
            <a:avLst/>
            <a:gdLst>
              <a:gd name="connsiteX0" fmla="*/ 5025073 w 5289550"/>
              <a:gd name="connsiteY0" fmla="*/ 0 h 2630251"/>
              <a:gd name="connsiteX1" fmla="*/ 264477 w 5289550"/>
              <a:gd name="connsiteY1" fmla="*/ 0 h 2630251"/>
              <a:gd name="connsiteX2" fmla="*/ 0 w 5289550"/>
              <a:gd name="connsiteY2" fmla="*/ 144240 h 2630251"/>
              <a:gd name="connsiteX3" fmla="*/ 0 w 5289550"/>
              <a:gd name="connsiteY3" fmla="*/ 1896326 h 2630251"/>
              <a:gd name="connsiteX4" fmla="*/ 264477 w 5289550"/>
              <a:gd name="connsiteY4" fmla="*/ 2040566 h 2630251"/>
              <a:gd name="connsiteX5" fmla="*/ 3173730 w 5289550"/>
              <a:gd name="connsiteY5" fmla="*/ 2040566 h 2630251"/>
              <a:gd name="connsiteX6" fmla="*/ 4231640 w 5289550"/>
              <a:gd name="connsiteY6" fmla="*/ 2630251 h 2630251"/>
              <a:gd name="connsiteX7" fmla="*/ 4231640 w 5289550"/>
              <a:gd name="connsiteY7" fmla="*/ 2044808 h 2630251"/>
              <a:gd name="connsiteX8" fmla="*/ 5025073 w 5289550"/>
              <a:gd name="connsiteY8" fmla="*/ 2044808 h 2630251"/>
              <a:gd name="connsiteX9" fmla="*/ 5289550 w 5289550"/>
              <a:gd name="connsiteY9" fmla="*/ 1900569 h 2630251"/>
              <a:gd name="connsiteX10" fmla="*/ 5289550 w 5289550"/>
              <a:gd name="connsiteY10" fmla="*/ 148482 h 2630251"/>
              <a:gd name="connsiteX11" fmla="*/ 5025073 w 5289550"/>
              <a:gd name="connsiteY11" fmla="*/ 0 h 263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9550" h="2630251">
                <a:moveTo>
                  <a:pt x="5025073" y="0"/>
                </a:moveTo>
                <a:lnTo>
                  <a:pt x="264477" y="0"/>
                </a:lnTo>
                <a:cubicBezTo>
                  <a:pt x="116681" y="0"/>
                  <a:pt x="0" y="67877"/>
                  <a:pt x="0" y="144240"/>
                </a:cubicBezTo>
                <a:lnTo>
                  <a:pt x="0" y="1896326"/>
                </a:lnTo>
                <a:cubicBezTo>
                  <a:pt x="0" y="1976931"/>
                  <a:pt x="116681" y="2040566"/>
                  <a:pt x="264477" y="2040566"/>
                </a:cubicBezTo>
                <a:lnTo>
                  <a:pt x="3173730" y="2040566"/>
                </a:lnTo>
                <a:lnTo>
                  <a:pt x="4231640" y="2630251"/>
                </a:lnTo>
                <a:lnTo>
                  <a:pt x="4231640" y="2044808"/>
                </a:lnTo>
                <a:lnTo>
                  <a:pt x="5025073" y="2044808"/>
                </a:lnTo>
                <a:cubicBezTo>
                  <a:pt x="5172869" y="2044808"/>
                  <a:pt x="5289550" y="1976931"/>
                  <a:pt x="5289550" y="1900569"/>
                </a:cubicBezTo>
                <a:lnTo>
                  <a:pt x="5289550" y="148482"/>
                </a:lnTo>
                <a:cubicBezTo>
                  <a:pt x="5289550" y="67877"/>
                  <a:pt x="5172869" y="0"/>
                  <a:pt x="5025073" y="0"/>
                </a:cubicBezTo>
                <a:close/>
              </a:path>
            </a:pathLst>
          </a:custGeom>
          <a:solidFill>
            <a:srgbClr val="FFFFFF"/>
          </a:solidFill>
          <a:ln w="77788" cap="flat">
            <a:noFill/>
            <a:prstDash val="solid"/>
            <a:miter/>
          </a:ln>
        </p:spPr>
        <p:txBody>
          <a:bodyPr rtlCol="0" anchor="ctr"/>
          <a:lstStyle/>
          <a:p>
            <a:pPr lvl="1"/>
            <a:endParaRPr lang="en-US" altLang="en-US" dirty="0">
              <a:solidFill>
                <a:schemeClr val="bg1"/>
              </a:solidFill>
            </a:endParaRPr>
          </a:p>
          <a:p>
            <a:pPr marL="742950" lvl="1" indent="-285750">
              <a:buFont typeface="Arial" panose="020B0604020202020204" pitchFamily="34" charset="0"/>
              <a:buChar char="•"/>
            </a:pPr>
            <a:r>
              <a:rPr lang="en-US" altLang="en-US" dirty="0">
                <a:solidFill>
                  <a:schemeClr val="bg1"/>
                </a:solidFill>
              </a:rPr>
              <a:t>Helps everyone</a:t>
            </a:r>
          </a:p>
          <a:p>
            <a:pPr marL="742950" lvl="1" indent="-285750">
              <a:buFont typeface="Arial" panose="020B0604020202020204" pitchFamily="34" charset="0"/>
              <a:buChar char="•"/>
            </a:pPr>
            <a:r>
              <a:rPr lang="en-US" altLang="en-US" dirty="0">
                <a:solidFill>
                  <a:schemeClr val="bg1"/>
                </a:solidFill>
              </a:rPr>
              <a:t>Create welcoming environment</a:t>
            </a:r>
          </a:p>
          <a:p>
            <a:pPr marL="742950" lvl="1" indent="-285750">
              <a:buFont typeface="Arial" panose="020B0604020202020204" pitchFamily="34" charset="0"/>
              <a:buChar char="•"/>
            </a:pPr>
            <a:r>
              <a:rPr lang="en-US" altLang="en-US" dirty="0">
                <a:solidFill>
                  <a:schemeClr val="bg1"/>
                </a:solidFill>
              </a:rPr>
              <a:t>Better public image</a:t>
            </a:r>
          </a:p>
          <a:p>
            <a:pPr marL="742950" lvl="1" indent="-285750">
              <a:buFont typeface="Arial" panose="020B0604020202020204" pitchFamily="34" charset="0"/>
              <a:buChar char="•"/>
            </a:pPr>
            <a:r>
              <a:rPr lang="en-US" altLang="en-US" dirty="0">
                <a:solidFill>
                  <a:schemeClr val="bg1"/>
                </a:solidFill>
              </a:rPr>
              <a:t>Increased retention</a:t>
            </a:r>
          </a:p>
          <a:p>
            <a:pPr marL="742950" lvl="1" indent="-285750">
              <a:buFont typeface="Arial" panose="020B0604020202020204" pitchFamily="34" charset="0"/>
              <a:buChar char="•"/>
            </a:pPr>
            <a:r>
              <a:rPr lang="en-US" altLang="en-US" dirty="0">
                <a:solidFill>
                  <a:schemeClr val="bg1"/>
                </a:solidFill>
              </a:rPr>
              <a:t>Increased productivity </a:t>
            </a:r>
          </a:p>
          <a:p>
            <a:pPr marL="742950" lvl="1" indent="-285750">
              <a:buFont typeface="Arial" panose="020B0604020202020204" pitchFamily="34" charset="0"/>
              <a:buChar char="•"/>
            </a:pPr>
            <a:r>
              <a:rPr lang="en-US" altLang="en-US" dirty="0">
                <a:solidFill>
                  <a:schemeClr val="bg1"/>
                </a:solidFill>
              </a:rPr>
              <a:t>Be more innovative</a:t>
            </a:r>
          </a:p>
          <a:p>
            <a:pPr marL="742950" lvl="1" indent="-285750">
              <a:buFont typeface="Arial" panose="020B0604020202020204" pitchFamily="34" charset="0"/>
              <a:buChar char="•"/>
            </a:pPr>
            <a:r>
              <a:rPr lang="en-US" altLang="en-US" dirty="0">
                <a:solidFill>
                  <a:schemeClr val="bg1"/>
                </a:solidFill>
              </a:rPr>
              <a:t>Reach more customers</a:t>
            </a:r>
          </a:p>
          <a:p>
            <a:pPr lvl="1"/>
            <a:endParaRPr lang="en-US" altLang="en-US" dirty="0">
              <a:solidFill>
                <a:schemeClr val="bg1"/>
              </a:solidFill>
            </a:endParaRPr>
          </a:p>
          <a:p>
            <a:pPr lvl="1"/>
            <a:endParaRPr lang="en-US" altLang="en-US" dirty="0">
              <a:solidFill>
                <a:schemeClr val="bg1"/>
              </a:solidFill>
            </a:endParaRPr>
          </a:p>
          <a:p>
            <a:pPr lvl="1"/>
            <a:endParaRPr lang="en-US" altLang="en-US" dirty="0">
              <a:solidFill>
                <a:schemeClr val="bg1"/>
              </a:solidFill>
            </a:endParaRPr>
          </a:p>
          <a:p>
            <a:pPr lvl="1"/>
            <a:endParaRPr lang="en-US" altLang="en-US" dirty="0">
              <a:solidFill>
                <a:schemeClr val="bg1"/>
              </a:solidFill>
            </a:endParaRPr>
          </a:p>
        </p:txBody>
      </p:sp>
      <p:sp>
        <p:nvSpPr>
          <p:cNvPr id="4" name="Graphic 22" descr="Speech with solid fill">
            <a:extLst>
              <a:ext uri="{FF2B5EF4-FFF2-40B4-BE49-F238E27FC236}">
                <a16:creationId xmlns:a16="http://schemas.microsoft.com/office/drawing/2014/main" id="{E086D509-4BDE-01A6-9C94-668B05F528C8}"/>
              </a:ext>
            </a:extLst>
          </p:cNvPr>
          <p:cNvSpPr/>
          <p:nvPr/>
        </p:nvSpPr>
        <p:spPr>
          <a:xfrm flipH="1">
            <a:off x="2014888" y="2061766"/>
            <a:ext cx="2791374" cy="1219200"/>
          </a:xfrm>
          <a:custGeom>
            <a:avLst/>
            <a:gdLst>
              <a:gd name="connsiteX0" fmla="*/ 5025073 w 5289550"/>
              <a:gd name="connsiteY0" fmla="*/ 0 h 2630251"/>
              <a:gd name="connsiteX1" fmla="*/ 264477 w 5289550"/>
              <a:gd name="connsiteY1" fmla="*/ 0 h 2630251"/>
              <a:gd name="connsiteX2" fmla="*/ 0 w 5289550"/>
              <a:gd name="connsiteY2" fmla="*/ 144240 h 2630251"/>
              <a:gd name="connsiteX3" fmla="*/ 0 w 5289550"/>
              <a:gd name="connsiteY3" fmla="*/ 1896326 h 2630251"/>
              <a:gd name="connsiteX4" fmla="*/ 264477 w 5289550"/>
              <a:gd name="connsiteY4" fmla="*/ 2040566 h 2630251"/>
              <a:gd name="connsiteX5" fmla="*/ 3173730 w 5289550"/>
              <a:gd name="connsiteY5" fmla="*/ 2040566 h 2630251"/>
              <a:gd name="connsiteX6" fmla="*/ 4231640 w 5289550"/>
              <a:gd name="connsiteY6" fmla="*/ 2630251 h 2630251"/>
              <a:gd name="connsiteX7" fmla="*/ 4231640 w 5289550"/>
              <a:gd name="connsiteY7" fmla="*/ 2044808 h 2630251"/>
              <a:gd name="connsiteX8" fmla="*/ 5025073 w 5289550"/>
              <a:gd name="connsiteY8" fmla="*/ 2044808 h 2630251"/>
              <a:gd name="connsiteX9" fmla="*/ 5289550 w 5289550"/>
              <a:gd name="connsiteY9" fmla="*/ 1900569 h 2630251"/>
              <a:gd name="connsiteX10" fmla="*/ 5289550 w 5289550"/>
              <a:gd name="connsiteY10" fmla="*/ 148482 h 2630251"/>
              <a:gd name="connsiteX11" fmla="*/ 5025073 w 5289550"/>
              <a:gd name="connsiteY11" fmla="*/ 0 h 263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9550" h="2630251">
                <a:moveTo>
                  <a:pt x="5025073" y="0"/>
                </a:moveTo>
                <a:lnTo>
                  <a:pt x="264477" y="0"/>
                </a:lnTo>
                <a:cubicBezTo>
                  <a:pt x="116681" y="0"/>
                  <a:pt x="0" y="67877"/>
                  <a:pt x="0" y="144240"/>
                </a:cubicBezTo>
                <a:lnTo>
                  <a:pt x="0" y="1896326"/>
                </a:lnTo>
                <a:cubicBezTo>
                  <a:pt x="0" y="1976931"/>
                  <a:pt x="116681" y="2040566"/>
                  <a:pt x="264477" y="2040566"/>
                </a:cubicBezTo>
                <a:lnTo>
                  <a:pt x="3173730" y="2040566"/>
                </a:lnTo>
                <a:lnTo>
                  <a:pt x="4231640" y="2630251"/>
                </a:lnTo>
                <a:lnTo>
                  <a:pt x="4231640" y="2044808"/>
                </a:lnTo>
                <a:lnTo>
                  <a:pt x="5025073" y="2044808"/>
                </a:lnTo>
                <a:cubicBezTo>
                  <a:pt x="5172869" y="2044808"/>
                  <a:pt x="5289550" y="1976931"/>
                  <a:pt x="5289550" y="1900569"/>
                </a:cubicBezTo>
                <a:lnTo>
                  <a:pt x="5289550" y="148482"/>
                </a:lnTo>
                <a:cubicBezTo>
                  <a:pt x="5289550" y="67877"/>
                  <a:pt x="5172869" y="0"/>
                  <a:pt x="5025073" y="0"/>
                </a:cubicBezTo>
                <a:close/>
              </a:path>
            </a:pathLst>
          </a:custGeom>
          <a:solidFill>
            <a:srgbClr val="FFFFFF"/>
          </a:solidFill>
          <a:ln w="77788" cap="flat">
            <a:noFill/>
            <a:prstDash val="solid"/>
            <a:miter/>
          </a:ln>
        </p:spPr>
        <p:txBody>
          <a:bodyPr lIns="365760" tIns="0" rIns="0" bIns="274320" rtlCol="0" anchor="ctr" anchorCtr="0">
            <a:noAutofit/>
          </a:bodyPr>
          <a:lstStyle/>
          <a:p>
            <a:pPr marL="0" lvl="1"/>
            <a:r>
              <a:rPr lang="en-US" altLang="en-US" dirty="0">
                <a:solidFill>
                  <a:schemeClr val="bg1"/>
                </a:solidFill>
              </a:rPr>
              <a:t>Why should I care?</a:t>
            </a:r>
          </a:p>
        </p:txBody>
      </p:sp>
    </p:spTree>
    <p:extLst>
      <p:ext uri="{BB962C8B-B14F-4D97-AF65-F5344CB8AC3E}">
        <p14:creationId xmlns:p14="http://schemas.microsoft.com/office/powerpoint/2010/main" val="394499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8B51BF-780C-45D4-A1D0-32D55EA0F2B4}"/>
              </a:ext>
            </a:extLst>
          </p:cNvPr>
          <p:cNvSpPr>
            <a:spLocks noGrp="1"/>
          </p:cNvSpPr>
          <p:nvPr>
            <p:ph type="title"/>
          </p:nvPr>
        </p:nvSpPr>
        <p:spPr/>
        <p:txBody>
          <a:bodyPr/>
          <a:lstStyle/>
          <a:p>
            <a:r>
              <a:rPr lang="en-US" dirty="0"/>
              <a:t>What can you do?</a:t>
            </a:r>
          </a:p>
        </p:txBody>
      </p:sp>
      <p:sp>
        <p:nvSpPr>
          <p:cNvPr id="9219" name="Rectangle 8">
            <a:extLst>
              <a:ext uri="{FF2B5EF4-FFF2-40B4-BE49-F238E27FC236}">
                <a16:creationId xmlns:a16="http://schemas.microsoft.com/office/drawing/2014/main" id="{A17D04F1-4318-4DD6-B27E-D66AE4D426B2}"/>
              </a:ext>
            </a:extLst>
          </p:cNvPr>
          <p:cNvSpPr>
            <a:spLocks noGrp="1" noChangeArrowheads="1"/>
          </p:cNvSpPr>
          <p:nvPr>
            <p:ph type="body" sz="quarter" idx="11"/>
          </p:nvPr>
        </p:nvSpPr>
        <p:spPr/>
        <p:txBody>
          <a:bodyPr/>
          <a:lstStyle/>
          <a:p>
            <a:pPr marL="342900" indent="-342900">
              <a:buFont typeface="Arial" panose="020B0604020202020204" pitchFamily="34" charset="0"/>
              <a:buChar char="•"/>
            </a:pPr>
            <a:r>
              <a:rPr lang="en-US" altLang="en-US" dirty="0"/>
              <a:t>Shift-left</a:t>
            </a:r>
          </a:p>
          <a:p>
            <a:pPr marL="342900" indent="-342900">
              <a:buFont typeface="Arial" panose="020B0604020202020204" pitchFamily="34" charset="0"/>
              <a:buChar char="•"/>
            </a:pPr>
            <a:r>
              <a:rPr lang="en-US" altLang="en-US" dirty="0"/>
              <a:t>Listen</a:t>
            </a:r>
          </a:p>
          <a:p>
            <a:pPr marL="342900" indent="-342900">
              <a:buFont typeface="Arial" panose="020B0604020202020204" pitchFamily="34" charset="0"/>
              <a:buChar char="•"/>
            </a:pPr>
            <a:r>
              <a:rPr lang="en-US" altLang="en-US" dirty="0"/>
              <a:t>Speak up</a:t>
            </a:r>
          </a:p>
          <a:p>
            <a:pPr marL="342900" indent="-342900">
              <a:buFont typeface="Arial" panose="020B0604020202020204" pitchFamily="34" charset="0"/>
              <a:buChar char="•"/>
            </a:pPr>
            <a:r>
              <a:rPr lang="en-US" altLang="en-US" dirty="0"/>
              <a:t>Respectful, people first language</a:t>
            </a:r>
          </a:p>
          <a:p>
            <a:pPr marL="342900" indent="-342900">
              <a:buFont typeface="Arial" panose="020B0604020202020204" pitchFamily="34" charset="0"/>
              <a:buChar char="•"/>
            </a:pPr>
            <a:r>
              <a:rPr lang="en-US" altLang="en-US" dirty="0"/>
              <a:t>Follow coding best practices</a:t>
            </a:r>
          </a:p>
          <a:p>
            <a:pPr marL="342900" indent="-342900">
              <a:buFont typeface="Arial" panose="020B0604020202020204" pitchFamily="34" charset="0"/>
              <a:buChar char="•"/>
            </a:pPr>
            <a:r>
              <a:rPr lang="en-US" altLang="en-US" dirty="0"/>
              <a:t>Use semantic web elements</a:t>
            </a:r>
          </a:p>
          <a:p>
            <a:pPr marL="342900" indent="-342900">
              <a:buFont typeface="Arial" panose="020B0604020202020204" pitchFamily="34" charset="0"/>
              <a:buChar char="•"/>
            </a:pPr>
            <a:r>
              <a:rPr lang="en-US" altLang="en-US" dirty="0"/>
              <a:t>Don’t use an Accessibility Overlay</a:t>
            </a:r>
          </a:p>
          <a:p>
            <a:pPr marL="571500" lvl="1" indent="-342900"/>
            <a:r>
              <a:rPr lang="en-US" dirty="0"/>
              <a:t>Learn more at: </a:t>
            </a:r>
            <a:r>
              <a:rPr lang="en-US" dirty="0">
                <a:hlinkClick r:id="rId3"/>
              </a:rPr>
              <a:t>https://overlayfactsheet.com/</a:t>
            </a:r>
            <a:endParaRPr lang="en-US" altLang="en-US" dirty="0"/>
          </a:p>
          <a:p>
            <a:pPr marL="342900" indent="-342900">
              <a:buFont typeface="Arial" panose="020B0604020202020204" pitchFamily="34" charset="0"/>
              <a:buChar char="•"/>
            </a:pPr>
            <a:endParaRPr lang="en-US" altLang="en-US" dirty="0"/>
          </a:p>
        </p:txBody>
      </p:sp>
      <p:pic>
        <p:nvPicPr>
          <p:cNvPr id="6" name="Graphic 5" descr="Woman in a wheelchair">
            <a:extLst>
              <a:ext uri="{FF2B5EF4-FFF2-40B4-BE49-F238E27FC236}">
                <a16:creationId xmlns:a16="http://schemas.microsoft.com/office/drawing/2014/main" id="{F2AE461E-6744-EC28-7AA5-60A6E73416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1736" y="1682918"/>
            <a:ext cx="3440958" cy="45391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a:extLst>
            <a:ext uri="{FF2B5EF4-FFF2-40B4-BE49-F238E27FC236}">
              <a16:creationId xmlns:a16="http://schemas.microsoft.com/office/drawing/2014/main" id="{055E53CC-5A65-9BFB-DBDD-0A2D618434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BB2887-72BE-B17F-C291-4B60DCCEBA6B}"/>
              </a:ext>
            </a:extLst>
          </p:cNvPr>
          <p:cNvSpPr>
            <a:spLocks noGrp="1"/>
          </p:cNvSpPr>
          <p:nvPr>
            <p:ph type="title"/>
          </p:nvPr>
        </p:nvSpPr>
        <p:spPr>
          <a:xfrm>
            <a:off x="457198" y="897980"/>
            <a:ext cx="5101937" cy="615553"/>
          </a:xfrm>
        </p:spPr>
        <p:txBody>
          <a:bodyPr anchor="ctr"/>
          <a:lstStyle/>
          <a:p>
            <a:pPr algn="l"/>
            <a:r>
              <a:rPr lang="en-US" dirty="0"/>
              <a:t>Tools and Resources</a:t>
            </a:r>
          </a:p>
        </p:txBody>
      </p:sp>
      <p:sp>
        <p:nvSpPr>
          <p:cNvPr id="6" name="Text Placeholder 5">
            <a:extLst>
              <a:ext uri="{FF2B5EF4-FFF2-40B4-BE49-F238E27FC236}">
                <a16:creationId xmlns:a16="http://schemas.microsoft.com/office/drawing/2014/main" id="{5FD82AA1-4545-8583-00AB-D7AB23C3CC45}"/>
              </a:ext>
            </a:extLst>
          </p:cNvPr>
          <p:cNvSpPr>
            <a:spLocks noGrp="1"/>
          </p:cNvSpPr>
          <p:nvPr>
            <p:ph type="body" sz="quarter" idx="12"/>
          </p:nvPr>
        </p:nvSpPr>
        <p:spPr>
          <a:xfrm>
            <a:off x="457198" y="1722850"/>
            <a:ext cx="10387084" cy="1534757"/>
          </a:xfrm>
        </p:spPr>
        <p:txBody>
          <a:bodyPr/>
          <a:lstStyle/>
          <a:p>
            <a:pPr marL="285750" indent="-285750" algn="l">
              <a:buFont typeface="Arial" panose="020B0604020202020204" pitchFamily="34" charset="0"/>
              <a:buChar char="•"/>
            </a:pPr>
            <a:r>
              <a:rPr lang="en-US" sz="1400" b="1" dirty="0">
                <a:hlinkClick r:id="rId3"/>
              </a:rPr>
              <a:t>Accessibility Insights</a:t>
            </a:r>
            <a:r>
              <a:rPr lang="en-US" sz="1400" dirty="0"/>
              <a:t> – A Accessibility testing tool made by Microsoft</a:t>
            </a:r>
          </a:p>
          <a:p>
            <a:pPr lvl="1"/>
            <a:r>
              <a:rPr lang="en-US" sz="1400" dirty="0"/>
              <a:t>Has browser extension and desktop application versions</a:t>
            </a:r>
          </a:p>
          <a:p>
            <a:pPr lvl="1"/>
            <a:r>
              <a:rPr lang="en-US" sz="1400" dirty="0"/>
              <a:t>Also have the option to include the automated tests in CI/CD</a:t>
            </a:r>
          </a:p>
          <a:p>
            <a:pPr lvl="1"/>
            <a:r>
              <a:rPr lang="en-US" sz="1400" dirty="0"/>
              <a:t>DON’T depend on automated tests</a:t>
            </a:r>
          </a:p>
          <a:p>
            <a:pPr marL="285750" indent="-285750" algn="l">
              <a:buFont typeface="Arial" panose="020B0604020202020204" pitchFamily="34" charset="0"/>
              <a:buChar char="•"/>
            </a:pPr>
            <a:r>
              <a:rPr lang="en-US" sz="1400" b="1" dirty="0">
                <a:hlinkClick r:id="rId4"/>
              </a:rPr>
              <a:t>NVDA</a:t>
            </a:r>
            <a:r>
              <a:rPr lang="en-US" sz="1400" dirty="0"/>
              <a:t> – free, open-sourced screen reader</a:t>
            </a:r>
          </a:p>
          <a:p>
            <a:pPr lvl="1"/>
            <a:r>
              <a:rPr lang="en-US" sz="1400" dirty="0"/>
              <a:t>View keyboard shortcuts on at the Deque article entitled: </a:t>
            </a:r>
            <a:r>
              <a:rPr lang="en-US" sz="1400" b="1" dirty="0">
                <a:hlinkClick r:id="rId5"/>
              </a:rPr>
              <a:t>NVDA Keyboard Shortcuts</a:t>
            </a:r>
            <a:r>
              <a:rPr lang="en-US" sz="1400" dirty="0"/>
              <a:t>.</a:t>
            </a:r>
          </a:p>
          <a:p>
            <a:pPr marL="285750" indent="-285750" algn="l">
              <a:buFont typeface="Arial" panose="020B0604020202020204" pitchFamily="34" charset="0"/>
              <a:buChar char="•"/>
            </a:pPr>
            <a:r>
              <a:rPr lang="en-US" sz="1400" b="1" dirty="0"/>
              <a:t>Narrator</a:t>
            </a:r>
            <a:r>
              <a:rPr lang="en-US" sz="1400" dirty="0"/>
              <a:t> – screen reader built into Windows.</a:t>
            </a:r>
          </a:p>
          <a:p>
            <a:pPr lvl="1"/>
            <a:r>
              <a:rPr lang="en-US" sz="1400" dirty="0"/>
              <a:t>View keyboard shortcuts for Narrator in the Deque article entitled </a:t>
            </a:r>
            <a:r>
              <a:rPr lang="en-US" sz="1400" b="1" dirty="0">
                <a:hlinkClick r:id="rId6"/>
              </a:rPr>
              <a:t>Narrator Keyboard Shortcuts</a:t>
            </a:r>
            <a:r>
              <a:rPr lang="en-US" sz="1400" dirty="0"/>
              <a:t>.</a:t>
            </a:r>
          </a:p>
          <a:p>
            <a:pPr marL="285750" indent="-285750" algn="l">
              <a:buFont typeface="Arial" panose="020B0604020202020204" pitchFamily="34" charset="0"/>
              <a:buChar char="•"/>
            </a:pPr>
            <a:r>
              <a:rPr lang="en-US" sz="1400" b="1" dirty="0">
                <a:hlinkClick r:id="rId7"/>
              </a:rPr>
              <a:t>Microsoft Accessibility</a:t>
            </a:r>
            <a:r>
              <a:rPr lang="en-US" sz="1400" dirty="0">
                <a:hlinkClick r:id="rId7"/>
              </a:rPr>
              <a:t> </a:t>
            </a:r>
            <a:r>
              <a:rPr lang="en-US" sz="1400" dirty="0"/>
              <a:t>on Twitter at </a:t>
            </a:r>
            <a:r>
              <a:rPr lang="en-US" sz="1400" b="1" dirty="0">
                <a:hlinkClick r:id="rId8"/>
              </a:rPr>
              <a:t>@MSFTEnable</a:t>
            </a:r>
            <a:r>
              <a:rPr lang="en-US" sz="1400" b="1" dirty="0"/>
              <a:t> </a:t>
            </a:r>
            <a:r>
              <a:rPr lang="en-US" sz="1400" dirty="0"/>
              <a:t>and at on the </a:t>
            </a:r>
            <a:r>
              <a:rPr lang="en-US" sz="1400" dirty="0">
                <a:hlinkClick r:id="rId7"/>
              </a:rPr>
              <a:t>Microsoft Accessibility page</a:t>
            </a:r>
            <a:r>
              <a:rPr lang="en-US" sz="1400" dirty="0"/>
              <a:t>.</a:t>
            </a:r>
            <a:endParaRPr lang="en-US" sz="1400" b="1" dirty="0"/>
          </a:p>
          <a:p>
            <a:pPr marL="285750" indent="-285750" algn="l">
              <a:buFont typeface="Arial" panose="020B0604020202020204" pitchFamily="34" charset="0"/>
              <a:buChar char="•"/>
            </a:pPr>
            <a:r>
              <a:rPr lang="en-US" sz="1400" b="1" dirty="0">
                <a:hlinkClick r:id="rId9"/>
              </a:rPr>
              <a:t>Microsoft Accessibility Fundamentals course</a:t>
            </a:r>
            <a:endParaRPr lang="en-US" sz="1400" b="1" dirty="0"/>
          </a:p>
          <a:p>
            <a:pPr marL="285750" indent="-285750" algn="l">
              <a:buFont typeface="Arial" panose="020B0604020202020204" pitchFamily="34" charset="0"/>
              <a:buChar char="•"/>
            </a:pPr>
            <a:r>
              <a:rPr lang="en-US" sz="1400" b="1" dirty="0">
                <a:hlinkClick r:id="rId10"/>
              </a:rPr>
              <a:t>ANDI</a:t>
            </a:r>
            <a:r>
              <a:rPr lang="en-US" sz="1400" b="1" dirty="0"/>
              <a:t> – </a:t>
            </a:r>
            <a:r>
              <a:rPr lang="en-US" sz="1400" dirty="0"/>
              <a:t>Bookmarklet developed by the Social Security Administration to aid in accessibility testing.</a:t>
            </a:r>
          </a:p>
          <a:p>
            <a:pPr marL="285750" indent="-285750" algn="l">
              <a:buFont typeface="Arial" panose="020B0604020202020204" pitchFamily="34" charset="0"/>
              <a:buChar char="•"/>
            </a:pPr>
            <a:r>
              <a:rPr lang="en-US" sz="1400" b="1" dirty="0">
                <a:hlinkClick r:id="rId11"/>
              </a:rPr>
              <a:t>VGAR</a:t>
            </a:r>
            <a:r>
              <a:rPr lang="en-US" sz="1400" dirty="0"/>
              <a:t> – Visa Global Accessibility Requirements</a:t>
            </a:r>
          </a:p>
          <a:p>
            <a:pPr marL="285750" indent="-285750" algn="l">
              <a:buFont typeface="Arial" panose="020B0604020202020204" pitchFamily="34" charset="0"/>
              <a:buChar char="•"/>
            </a:pPr>
            <a:r>
              <a:rPr lang="en-US" sz="1400" b="1" dirty="0">
                <a:hlinkClick r:id="rId12"/>
              </a:rPr>
              <a:t>Section 508 ICT Testing Baseline for Web</a:t>
            </a:r>
            <a:r>
              <a:rPr lang="en-US" sz="1400" dirty="0"/>
              <a:t> - This Baseline identifies the minimum requirements of any test process used to determine conformance of web content with the Revised Section 508 of the Rehabilitation Act of 1973, as amended (29 U.S.C. 794d).</a:t>
            </a:r>
          </a:p>
          <a:p>
            <a:pPr marL="285750" indent="-285750" algn="l">
              <a:buFont typeface="Arial" panose="020B0604020202020204" pitchFamily="34" charset="0"/>
              <a:buChar char="•"/>
            </a:pPr>
            <a:r>
              <a:rPr lang="en-US" sz="1400" b="1" dirty="0">
                <a:hlinkClick r:id="rId13"/>
              </a:rPr>
              <a:t>Trusted Tester: Section 508 Conformance Test Process for Web</a:t>
            </a:r>
            <a:r>
              <a:rPr lang="en-US" sz="1400" dirty="0"/>
              <a:t> – A standardized approach for manual inspection of web content for conformance with the revised Section 508 Standards.</a:t>
            </a:r>
          </a:p>
          <a:p>
            <a:pPr marL="285750" indent="-285750" algn="l">
              <a:buFont typeface="Arial" panose="020B0604020202020204" pitchFamily="34" charset="0"/>
              <a:buChar char="•"/>
            </a:pPr>
            <a:r>
              <a:rPr lang="en-US" sz="1400" b="1" dirty="0">
                <a:hlinkClick r:id="rId14"/>
              </a:rPr>
              <a:t>IT Accessibility Laws and Policies | Policy &amp; Management | Section508.gov</a:t>
            </a:r>
            <a:r>
              <a:rPr lang="en-US" sz="1400" dirty="0"/>
              <a:t> – A page maintained by the GSA that provides information on some Accessibility related laws and policies</a:t>
            </a:r>
          </a:p>
          <a:p>
            <a:pPr marL="285750" indent="-285750" algn="l">
              <a:buFont typeface="Arial" panose="020B0604020202020204" pitchFamily="34" charset="0"/>
              <a:buChar char="•"/>
            </a:pPr>
            <a:r>
              <a:rPr lang="en-US" sz="1400" b="1" dirty="0">
                <a:hlinkClick r:id="rId15"/>
              </a:rPr>
              <a:t>Web Accessibility Laws &amp; Policies | WAI | W3C</a:t>
            </a:r>
            <a:r>
              <a:rPr lang="en-US" sz="1400" b="1" dirty="0"/>
              <a:t> </a:t>
            </a:r>
            <a:r>
              <a:rPr lang="en-US" sz="1400" dirty="0"/>
              <a:t>– Lists some United States governmental policies, regulations, and standards related to web accessibility.</a:t>
            </a:r>
          </a:p>
        </p:txBody>
      </p:sp>
    </p:spTree>
    <p:extLst>
      <p:ext uri="{BB962C8B-B14F-4D97-AF65-F5344CB8AC3E}">
        <p14:creationId xmlns:p14="http://schemas.microsoft.com/office/powerpoint/2010/main" val="2814559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DF32A-D165-40DA-AAE8-A6E9579E2F79}"/>
              </a:ext>
            </a:extLst>
          </p:cNvPr>
          <p:cNvSpPr>
            <a:spLocks noGrp="1"/>
          </p:cNvSpPr>
          <p:nvPr>
            <p:ph type="title"/>
          </p:nvPr>
        </p:nvSpPr>
        <p:spPr>
          <a:xfrm>
            <a:off x="0" y="665431"/>
            <a:ext cx="5675599" cy="615553"/>
          </a:xfrm>
        </p:spPr>
        <p:txBody>
          <a:bodyPr/>
          <a:lstStyle/>
          <a:p>
            <a:r>
              <a:rPr lang="en-US" dirty="0"/>
              <a:t>Thank You </a:t>
            </a:r>
            <a:r>
              <a:rPr lang="en-US" dirty="0">
                <a:solidFill>
                  <a:schemeClr val="accent5"/>
                </a:solidFill>
              </a:rPr>
              <a:t>&amp;</a:t>
            </a:r>
            <a:r>
              <a:rPr lang="en-US" dirty="0"/>
              <a:t> QA</a:t>
            </a:r>
          </a:p>
        </p:txBody>
      </p:sp>
      <p:pic>
        <p:nvPicPr>
          <p:cNvPr id="5" name="Picture 4" descr="QR code to CorgiDev Linktree page.">
            <a:extLst>
              <a:ext uri="{FF2B5EF4-FFF2-40B4-BE49-F238E27FC236}">
                <a16:creationId xmlns:a16="http://schemas.microsoft.com/office/drawing/2014/main" id="{01D67BC9-465F-F953-2870-39DDFD5F17DB}"/>
              </a:ext>
            </a:extLst>
          </p:cNvPr>
          <p:cNvPicPr>
            <a:picLocks noChangeAspect="1"/>
          </p:cNvPicPr>
          <p:nvPr/>
        </p:nvPicPr>
        <p:blipFill>
          <a:blip r:embed="rId3"/>
          <a:stretch>
            <a:fillRect/>
          </a:stretch>
        </p:blipFill>
        <p:spPr>
          <a:xfrm>
            <a:off x="7838107" y="1616528"/>
            <a:ext cx="3624943" cy="3624943"/>
          </a:xfrm>
          <a:prstGeom prst="rect">
            <a:avLst/>
          </a:prstGeom>
        </p:spPr>
      </p:pic>
      <p:sp>
        <p:nvSpPr>
          <p:cNvPr id="8" name="TextBox 7">
            <a:extLst>
              <a:ext uri="{FF2B5EF4-FFF2-40B4-BE49-F238E27FC236}">
                <a16:creationId xmlns:a16="http://schemas.microsoft.com/office/drawing/2014/main" id="{83DB9D43-49AC-6A15-F3F8-26461EF94FAD}"/>
              </a:ext>
            </a:extLst>
          </p:cNvPr>
          <p:cNvSpPr txBox="1"/>
          <p:nvPr/>
        </p:nvSpPr>
        <p:spPr>
          <a:xfrm>
            <a:off x="7838107" y="5404641"/>
            <a:ext cx="3624943" cy="369332"/>
          </a:xfrm>
          <a:prstGeom prst="rect">
            <a:avLst/>
          </a:prstGeom>
          <a:noFill/>
        </p:spPr>
        <p:txBody>
          <a:bodyPr wrap="square">
            <a:spAutoFit/>
          </a:bodyPr>
          <a:lstStyle/>
          <a:p>
            <a:pPr algn="ctr"/>
            <a:r>
              <a:rPr lang="en-US" altLang="en-US" dirty="0"/>
              <a:t>https://linktr.ee/corgidev</a:t>
            </a:r>
          </a:p>
        </p:txBody>
      </p:sp>
    </p:spTree>
    <p:extLst>
      <p:ext uri="{BB962C8B-B14F-4D97-AF65-F5344CB8AC3E}">
        <p14:creationId xmlns:p14="http://schemas.microsoft.com/office/powerpoint/2010/main" val="57671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4">
      <a:dk1>
        <a:srgbClr val="000000"/>
      </a:dk1>
      <a:lt1>
        <a:srgbClr val="FFFFFF"/>
      </a:lt1>
      <a:dk2>
        <a:srgbClr val="000000"/>
      </a:dk2>
      <a:lt2>
        <a:srgbClr val="E6E6E6"/>
      </a:lt2>
      <a:accent1>
        <a:srgbClr val="0078D4"/>
      </a:accent1>
      <a:accent2>
        <a:srgbClr val="007788"/>
      </a:accent2>
      <a:accent3>
        <a:srgbClr val="297C2A"/>
      </a:accent3>
      <a:accent4>
        <a:srgbClr val="FF2625"/>
      </a:accent4>
      <a:accent5>
        <a:srgbClr val="FE4387"/>
      </a:accent5>
      <a:accent6>
        <a:srgbClr val="D7D7D7"/>
      </a:accent6>
      <a:hlink>
        <a:srgbClr val="51E5FF"/>
      </a:hlink>
      <a:folHlink>
        <a:srgbClr val="0078D4"/>
      </a:folHlink>
    </a:clrScheme>
    <a:fontScheme name="Custom 4">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spanic Heritage Template_LW_v2" id="{305F3CB5-DAFC-47B1-A1A2-5F7FD2458A84}" vid="{65144770-9016-4FAC-934C-5E9A9429981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4119F0-3CE7-4464-96A2-DC738A807A4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7DE35A0-28ED-4D42-9357-DCB6A1C515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318041-50D7-4E47-9BD9-FE885E42AC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Hispanic Heritage Month presentation</Template>
  <TotalTime>552</TotalTime>
  <Words>610</Words>
  <Application>Microsoft Macintosh PowerPoint</Application>
  <PresentationFormat>Widescreen</PresentationFormat>
  <Paragraphs>94</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Segoe UI</vt:lpstr>
      <vt:lpstr>Office Theme</vt:lpstr>
      <vt:lpstr>Thank you, TechBash 2025 Sponsors!</vt:lpstr>
      <vt:lpstr>Introduction to Accessibility</vt:lpstr>
      <vt:lpstr>Disclaimer</vt:lpstr>
      <vt:lpstr>Agenda</vt:lpstr>
      <vt:lpstr>What is Accessibility?</vt:lpstr>
      <vt:lpstr>Accessibility Guidelines</vt:lpstr>
      <vt:lpstr>Accessibility Regulations</vt:lpstr>
      <vt:lpstr>Why care?</vt:lpstr>
      <vt:lpstr>What can you do?</vt:lpstr>
      <vt:lpstr>Tools and Resources</vt:lpstr>
      <vt:lpstr>Thank You &amp; QA</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Erissa Duvall</dc:creator>
  <cp:keywords/>
  <dc:description/>
  <cp:lastModifiedBy>Erissa Duvall</cp:lastModifiedBy>
  <cp:revision>13</cp:revision>
  <dcterms:created xsi:type="dcterms:W3CDTF">2025-01-15T03:55:15Z</dcterms:created>
  <dcterms:modified xsi:type="dcterms:W3CDTF">2025-11-05T01:25:26Z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