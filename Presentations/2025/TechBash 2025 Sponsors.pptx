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7" d="100"/>
          <a:sy n="87" d="100"/>
        </p:scale>
        <p:origin x="42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3988-6C78-ACA3-1386-35C08DD8E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B0E21-ECFA-DCB9-CCDC-D7ECC177C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9F183-C91F-C062-5F09-23A09CE4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0E05C-8F81-10ED-AF26-63F17BEB6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4295-DEC0-792F-9E12-45EAE6E4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8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1AF9-0BC9-3739-55DB-25636EE7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52F9B-8B13-F079-AE8A-3085B7A24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338CB-9716-AFE1-A4BA-09073F4B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0656-DE6A-D991-B154-533E9789D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E6FD1-694B-DCDD-4CEA-60348C393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6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3984-F4C5-A215-5CDC-FC66BAA55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8F07E-955C-F1F6-61BB-E82CBF4F7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0CD8A-BA05-3E8C-2721-49763015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B13C5-4F13-0EC1-A124-6C1186AE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1BD8F-681C-B471-DD3C-29E11521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2039-232B-325A-C7B9-513E6E02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23BA-A9C8-00B4-B190-877744F01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B5A8C-86DD-2C1B-9638-303CA8BBD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71D02-ED62-1308-F9F0-C4BA81DE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9C9EC-7AD8-0645-73B7-ED254953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0448D-DF17-15C7-EC2A-AD46AF9C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9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9A10-5CBB-36E8-0CB1-BA1B338EE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A444A-3942-4274-542B-FFF32E6C9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3BB4D-98A9-BE98-5521-FE3161E7AA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B9823-F601-791A-D656-547B0A7C9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59F15-F200-9BB9-CA58-204931BE5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C1CD5-2991-E6F8-BAD0-05C2925C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B8413-93B7-9062-492C-3E358E88D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DBDEA-09F4-51B2-8D70-8171A60B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2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6657-81A4-B636-8F98-59DC0257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BA03E-3378-E0DD-241B-C4D0D106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DCCF8-2A45-B475-A7BE-2A44C54D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91D57-0356-02C3-54CA-154B2DA0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5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2C0BC-FEBC-EA8F-83B7-72015BF6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51D4E-09C8-A8AE-75FD-4E5E6FC3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55509-F7DA-DBC8-08B0-D50F31A6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2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ADD8B-864C-C0C5-1CE9-2264AE56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EA03B-8FB7-77D5-082F-276A5EA04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508A7-D4FB-F8E3-B50F-D9383281D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9B7F9-DB42-3072-D796-AE5C3845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165C5-C570-7A09-AD74-D4A7CB7C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40E41-903B-7C98-59F1-F766EAF1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98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29D9-68C7-7A68-1123-6DA6E394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67C8A-363A-0354-38DC-9C85D6A72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4A679-86AD-D495-AF9D-6BE25C17C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E8F75-8747-F097-A0A1-B425FE33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C13E2-94B8-2EA2-879B-1E77BAF5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F8FF1-A8EA-E358-46E5-61F54E55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2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8CF4-F2F5-BF25-5061-E6E2A76C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0CDC4-6E98-9899-BD0C-0FDF42A05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D22F-B6B1-A712-FD6C-E0B02E49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6FFB8-3BAF-2E16-D4F8-46844F7B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9AC10-C4D2-FC6E-D975-05A9FC08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75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ADA77-3891-3C30-83EC-416942811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AF61F-6BF6-6302-19C0-26B5D6C50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F555-8528-A59F-8037-BE60629A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A2927-3CEE-BB94-1CC3-A5538BD4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42647-5F94-4642-EF2B-CB6F5D63B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03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18994-284B-01E2-32C7-2EB25440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0BA5D-00A6-864E-1FA9-FD8C7661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907AD-27F4-E506-3BCC-5892B973F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BC8AF-6BA5-4494-A4F4-411E8E82D43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B946B-C0D3-7827-545E-C13AA5FF1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B1218-EDFB-74EE-B190-C8DDD71E6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B0764-39E0-4E01-8FE6-118F7428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1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D7168-C9C0-7A16-CD36-D3EBF3C7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you, TechBash 2025 Sponsors!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E831B-FC20-9514-35AB-E4F2CE8EE61F}"/>
              </a:ext>
            </a:extLst>
          </p:cNvPr>
          <p:cNvSpPr txBox="1"/>
          <p:nvPr/>
        </p:nvSpPr>
        <p:spPr>
          <a:xfrm>
            <a:off x="8456522" y="5633765"/>
            <a:ext cx="340855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2025 Speaker sponsors: Redgate, Uno Platform, Geneca</a:t>
            </a:r>
          </a:p>
        </p:txBody>
      </p:sp>
      <p:pic>
        <p:nvPicPr>
          <p:cNvPr id="4" name="Picture 3" descr="A group of logos with text&#10;&#10;AI-generated content may be incorrect.">
            <a:extLst>
              <a:ext uri="{FF2B5EF4-FFF2-40B4-BE49-F238E27FC236}">
                <a16:creationId xmlns:a16="http://schemas.microsoft.com/office/drawing/2014/main" id="{3A13E3EA-FB4C-BB5E-36C6-215C3D5C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8535" y="908779"/>
            <a:ext cx="11327549" cy="348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94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0"/>
    </mc:Choice>
    <mc:Fallback>
      <p:transition spd="slow" advClick="0" advTm="1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Thank you, TechBash 2025 Sponsors!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Alvin Ashcraft</dc:creator>
  <cp:lastModifiedBy>Alvin Ashcraft</cp:lastModifiedBy>
  <cp:revision>1</cp:revision>
  <dcterms:created xsi:type="dcterms:W3CDTF">2025-10-29T12:09:56Z</dcterms:created>
  <dcterms:modified xsi:type="dcterms:W3CDTF">2025-10-29T12:11:36Z</dcterms:modified>
</cp:coreProperties>
</file>