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AD03-58E1-286B-CD16-365B5A3041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First Rule of ARIA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E5FCA-DB00-1F22-49DA-A8C83CE7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Don’t Use It!</a:t>
            </a:r>
          </a:p>
        </p:txBody>
      </p:sp>
    </p:spTree>
    <p:extLst>
      <p:ext uri="{BB962C8B-B14F-4D97-AF65-F5344CB8AC3E}">
        <p14:creationId xmlns:p14="http://schemas.microsoft.com/office/powerpoint/2010/main" val="293103173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5730</TotalTime>
  <Words>9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The First Rule of ARIA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Erissa Duvall</dc:creator>
  <cp:lastModifiedBy>Erissa Duvall</cp:lastModifiedBy>
  <cp:revision>1</cp:revision>
  <dcterms:created xsi:type="dcterms:W3CDTF">2026-05-01T14:56:38Z</dcterms:created>
  <dcterms:modified xsi:type="dcterms:W3CDTF">2026-05-05T14:26:55Z</dcterms:modified>
</cp:coreProperties>
</file>